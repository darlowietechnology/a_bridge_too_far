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media/image1.png" ContentType="image/png"/>
  <Override PartName="/ppt/media/image2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Blue_Cur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 flipH="1" flipV="1">
            <a:off x="-1440" y="4498560"/>
            <a:ext cx="10078920" cy="1168920"/>
          </a:xfrm>
          <a:prstGeom prst="flowChartDocument">
            <a:avLst/>
          </a:prstGeom>
          <a:gradFill rotWithShape="0">
            <a:gsLst>
              <a:gs pos="0">
                <a:srgbClr val="77caee"/>
              </a:gs>
              <a:gs pos="1563">
                <a:srgbClr val="77caee"/>
              </a:gs>
              <a:gs pos="1563">
                <a:srgbClr val="75c9ee"/>
              </a:gs>
              <a:gs pos="3125">
                <a:srgbClr val="75c9ee"/>
              </a:gs>
              <a:gs pos="3125">
                <a:srgbClr val="73c9ed"/>
              </a:gs>
              <a:gs pos="4688">
                <a:srgbClr val="73c9ed"/>
              </a:gs>
              <a:gs pos="4688">
                <a:srgbClr val="71c8ed"/>
              </a:gs>
              <a:gs pos="6250">
                <a:srgbClr val="71c8ed"/>
              </a:gs>
              <a:gs pos="6250">
                <a:srgbClr val="6fc7ed"/>
              </a:gs>
              <a:gs pos="7813">
                <a:srgbClr val="6fc7ed"/>
              </a:gs>
              <a:gs pos="7813">
                <a:srgbClr val="6ec6ed"/>
              </a:gs>
              <a:gs pos="9375">
                <a:srgbClr val="6ec6ed"/>
              </a:gs>
              <a:gs pos="9375">
                <a:srgbClr val="6cc6ec"/>
              </a:gs>
              <a:gs pos="10938">
                <a:srgbClr val="6cc6ec"/>
              </a:gs>
              <a:gs pos="10938">
                <a:srgbClr val="6ac5ec"/>
              </a:gs>
              <a:gs pos="12500">
                <a:srgbClr val="6ac5ec"/>
              </a:gs>
              <a:gs pos="12500">
                <a:srgbClr val="68c4ec"/>
              </a:gs>
              <a:gs pos="14063">
                <a:srgbClr val="68c4ec"/>
              </a:gs>
              <a:gs pos="14063">
                <a:srgbClr val="66c3ec"/>
              </a:gs>
              <a:gs pos="15625">
                <a:srgbClr val="66c3ec"/>
              </a:gs>
              <a:gs pos="15625">
                <a:srgbClr val="64c3eb"/>
              </a:gs>
              <a:gs pos="17188">
                <a:srgbClr val="64c3eb"/>
              </a:gs>
              <a:gs pos="17188">
                <a:srgbClr val="62c2eb"/>
              </a:gs>
              <a:gs pos="18750">
                <a:srgbClr val="62c2eb"/>
              </a:gs>
              <a:gs pos="18750">
                <a:srgbClr val="60c1eb"/>
              </a:gs>
              <a:gs pos="20313">
                <a:srgbClr val="60c1eb"/>
              </a:gs>
              <a:gs pos="20313">
                <a:srgbClr val="5ec0ea"/>
              </a:gs>
              <a:gs pos="21875">
                <a:srgbClr val="5ec0ea"/>
              </a:gs>
              <a:gs pos="21875">
                <a:srgbClr val="5dc0ea"/>
              </a:gs>
              <a:gs pos="23438">
                <a:srgbClr val="5dc0ea"/>
              </a:gs>
              <a:gs pos="23438">
                <a:srgbClr val="5bbfea"/>
              </a:gs>
              <a:gs pos="25000">
                <a:srgbClr val="5bbfea"/>
              </a:gs>
              <a:gs pos="25000">
                <a:srgbClr val="59beea"/>
              </a:gs>
              <a:gs pos="26563">
                <a:srgbClr val="59beea"/>
              </a:gs>
              <a:gs pos="26563">
                <a:srgbClr val="57bde9"/>
              </a:gs>
              <a:gs pos="28125">
                <a:srgbClr val="57bde9"/>
              </a:gs>
              <a:gs pos="28125">
                <a:srgbClr val="55bde9"/>
              </a:gs>
              <a:gs pos="29688">
                <a:srgbClr val="55bde9"/>
              </a:gs>
              <a:gs pos="29688">
                <a:srgbClr val="53bce9"/>
              </a:gs>
              <a:gs pos="31250">
                <a:srgbClr val="53bce9"/>
              </a:gs>
              <a:gs pos="31250">
                <a:srgbClr val="51bbe9"/>
              </a:gs>
              <a:gs pos="32813">
                <a:srgbClr val="51bbe9"/>
              </a:gs>
              <a:gs pos="32813">
                <a:srgbClr val="4fbae8"/>
              </a:gs>
              <a:gs pos="34375">
                <a:srgbClr val="4fbae8"/>
              </a:gs>
              <a:gs pos="34375">
                <a:srgbClr val="4dbae8"/>
              </a:gs>
              <a:gs pos="35938">
                <a:srgbClr val="4dbae8"/>
              </a:gs>
              <a:gs pos="35938">
                <a:srgbClr val="4cb9e8"/>
              </a:gs>
              <a:gs pos="37500">
                <a:srgbClr val="4cb9e8"/>
              </a:gs>
              <a:gs pos="37500">
                <a:srgbClr val="4ab8e8"/>
              </a:gs>
              <a:gs pos="39063">
                <a:srgbClr val="4ab8e8"/>
              </a:gs>
              <a:gs pos="39063">
                <a:srgbClr val="48b7e7"/>
              </a:gs>
              <a:gs pos="40625">
                <a:srgbClr val="48b7e7"/>
              </a:gs>
              <a:gs pos="40625">
                <a:srgbClr val="46b7e7"/>
              </a:gs>
              <a:gs pos="42188">
                <a:srgbClr val="46b7e7"/>
              </a:gs>
              <a:gs pos="42188">
                <a:srgbClr val="44b6e7"/>
              </a:gs>
              <a:gs pos="43750">
                <a:srgbClr val="44b6e7"/>
              </a:gs>
              <a:gs pos="43750">
                <a:srgbClr val="42b5e6"/>
              </a:gs>
              <a:gs pos="45313">
                <a:srgbClr val="42b5e6"/>
              </a:gs>
              <a:gs pos="45313">
                <a:srgbClr val="40b4e6"/>
              </a:gs>
              <a:gs pos="46875">
                <a:srgbClr val="40b4e6"/>
              </a:gs>
              <a:gs pos="46875">
                <a:srgbClr val="3eb4e6"/>
              </a:gs>
              <a:gs pos="48438">
                <a:srgbClr val="3eb4e6"/>
              </a:gs>
              <a:gs pos="48438">
                <a:srgbClr val="3cb3e6"/>
              </a:gs>
              <a:gs pos="50000">
                <a:srgbClr val="3cb3e6"/>
              </a:gs>
              <a:gs pos="50000">
                <a:srgbClr val="3bb2e5"/>
              </a:gs>
              <a:gs pos="51563">
                <a:srgbClr val="3bb2e5"/>
              </a:gs>
              <a:gs pos="51563">
                <a:srgbClr val="39b1e5"/>
              </a:gs>
              <a:gs pos="53125">
                <a:srgbClr val="39b1e5"/>
              </a:gs>
              <a:gs pos="53125">
                <a:srgbClr val="37b1e5"/>
              </a:gs>
              <a:gs pos="54688">
                <a:srgbClr val="37b1e5"/>
              </a:gs>
              <a:gs pos="54688">
                <a:srgbClr val="35b0e5"/>
              </a:gs>
              <a:gs pos="56250">
                <a:srgbClr val="35b0e5"/>
              </a:gs>
              <a:gs pos="56250">
                <a:srgbClr val="33afe4"/>
              </a:gs>
              <a:gs pos="57813">
                <a:srgbClr val="33afe4"/>
              </a:gs>
              <a:gs pos="57813">
                <a:srgbClr val="31aee4"/>
              </a:gs>
              <a:gs pos="59375">
                <a:srgbClr val="31aee4"/>
              </a:gs>
              <a:gs pos="59375">
                <a:srgbClr val="2faee4"/>
              </a:gs>
              <a:gs pos="60938">
                <a:srgbClr val="2faee4"/>
              </a:gs>
              <a:gs pos="60938">
                <a:srgbClr val="2dade3"/>
              </a:gs>
              <a:gs pos="62500">
                <a:srgbClr val="2dade3"/>
              </a:gs>
              <a:gs pos="62500">
                <a:srgbClr val="2bace3"/>
              </a:gs>
              <a:gs pos="64063">
                <a:srgbClr val="2bace3"/>
              </a:gs>
              <a:gs pos="64063">
                <a:srgbClr val="2aabe3"/>
              </a:gs>
              <a:gs pos="65625">
                <a:srgbClr val="2aabe3"/>
              </a:gs>
              <a:gs pos="65625">
                <a:srgbClr val="28abe3"/>
              </a:gs>
              <a:gs pos="67188">
                <a:srgbClr val="28abe3"/>
              </a:gs>
              <a:gs pos="67188">
                <a:srgbClr val="26aae2"/>
              </a:gs>
              <a:gs pos="68750">
                <a:srgbClr val="26aae2"/>
              </a:gs>
              <a:gs pos="68750">
                <a:srgbClr val="24a9e2"/>
              </a:gs>
              <a:gs pos="70313">
                <a:srgbClr val="24a9e2"/>
              </a:gs>
              <a:gs pos="70313">
                <a:srgbClr val="22a8e2"/>
              </a:gs>
              <a:gs pos="71875">
                <a:srgbClr val="22a8e2"/>
              </a:gs>
              <a:gs pos="71875">
                <a:srgbClr val="20a8e2"/>
              </a:gs>
              <a:gs pos="73438">
                <a:srgbClr val="20a8e2"/>
              </a:gs>
              <a:gs pos="73438">
                <a:srgbClr val="1ea7e1"/>
              </a:gs>
              <a:gs pos="75000">
                <a:srgbClr val="1ea7e1"/>
              </a:gs>
              <a:gs pos="75000">
                <a:srgbClr val="1ca6e1"/>
              </a:gs>
              <a:gs pos="76563">
                <a:srgbClr val="1ca6e1"/>
              </a:gs>
              <a:gs pos="76563">
                <a:srgbClr val="1aa5e1"/>
              </a:gs>
              <a:gs pos="78125">
                <a:srgbClr val="1aa5e1"/>
              </a:gs>
              <a:gs pos="78125">
                <a:srgbClr val="19a5e1"/>
              </a:gs>
              <a:gs pos="79688">
                <a:srgbClr val="19a5e1"/>
              </a:gs>
              <a:gs pos="79688">
                <a:srgbClr val="17a4e0"/>
              </a:gs>
              <a:gs pos="81250">
                <a:srgbClr val="17a4e0"/>
              </a:gs>
              <a:gs pos="81250">
                <a:srgbClr val="15a3e0"/>
              </a:gs>
              <a:gs pos="82813">
                <a:srgbClr val="15a3e0"/>
              </a:gs>
              <a:gs pos="82813">
                <a:srgbClr val="13a2e0"/>
              </a:gs>
              <a:gs pos="84375">
                <a:srgbClr val="13a2e0"/>
              </a:gs>
              <a:gs pos="84375">
                <a:srgbClr val="11a2df"/>
              </a:gs>
              <a:gs pos="85938">
                <a:srgbClr val="11a2df"/>
              </a:gs>
              <a:gs pos="85938">
                <a:srgbClr val="0fa1df"/>
              </a:gs>
              <a:gs pos="87500">
                <a:srgbClr val="0fa1df"/>
              </a:gs>
              <a:gs pos="87500">
                <a:srgbClr val="0da0df"/>
              </a:gs>
              <a:gs pos="89063">
                <a:srgbClr val="0da0df"/>
              </a:gs>
              <a:gs pos="89063">
                <a:srgbClr val="0b9fdf"/>
              </a:gs>
              <a:gs pos="90625">
                <a:srgbClr val="0b9fdf"/>
              </a:gs>
              <a:gs pos="90625">
                <a:srgbClr val="099fde"/>
              </a:gs>
              <a:gs pos="92188">
                <a:srgbClr val="099fde"/>
              </a:gs>
              <a:gs pos="92188">
                <a:srgbClr val="089ede"/>
              </a:gs>
              <a:gs pos="93750">
                <a:srgbClr val="089ede"/>
              </a:gs>
              <a:gs pos="93750">
                <a:srgbClr val="069dde"/>
              </a:gs>
              <a:gs pos="95313">
                <a:srgbClr val="069dde"/>
              </a:gs>
              <a:gs pos="95313">
                <a:srgbClr val="049cde"/>
              </a:gs>
              <a:gs pos="96875">
                <a:srgbClr val="049cde"/>
              </a:gs>
              <a:gs pos="96875">
                <a:srgbClr val="029cdd"/>
              </a:gs>
              <a:gs pos="98438">
                <a:srgbClr val="029cdd"/>
              </a:gs>
              <a:gs pos="98438">
                <a:srgbClr val="009bdd"/>
              </a:gs>
              <a:gs pos="100000">
                <a:srgbClr val="009bdd"/>
              </a:gs>
            </a:gsLst>
            <a:lin ang="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AU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0" y="1620000"/>
            <a:ext cx="8998920" cy="107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AU" sz="3300" strike="noStrike" u="none">
                <a:solidFill>
                  <a:srgbClr val="dd41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AU" sz="3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360000" y="2880000"/>
            <a:ext cx="9358920" cy="161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19999"/>
          </a:bodyPr>
          <a:p>
            <a:pPr marL="432000" indent="-324000">
              <a:lnSpc>
                <a:spcPct val="100000"/>
              </a:lnSpc>
              <a:spcBef>
                <a:spcPts val="106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AU" sz="2400" strike="noStrike" u="none">
                <a:solidFill>
                  <a:srgbClr val="009bdd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A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85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AU" sz="2100" strike="noStrike" u="none">
                <a:solidFill>
                  <a:srgbClr val="009bdd"/>
                </a:solidFill>
                <a:effectLst/>
                <a:uFillTx/>
                <a:latin typeface="Arial"/>
              </a:rPr>
              <a:t>Second Outline Level</a:t>
            </a:r>
            <a:endParaRPr b="0" lang="en-AU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635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AU" sz="1800" strike="noStrike" u="none">
                <a:solidFill>
                  <a:srgbClr val="009bdd"/>
                </a:solidFill>
                <a:effectLst/>
                <a:uFillTx/>
                <a:latin typeface="Arial"/>
              </a:rPr>
              <a:t>Third Outline Level</a:t>
            </a:r>
            <a:endParaRPr b="0" lang="en-A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422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AU" sz="1500" strike="noStrike" u="none">
                <a:solidFill>
                  <a:srgbClr val="009bdd"/>
                </a:solidFill>
                <a:effectLst/>
                <a:uFillTx/>
                <a:latin typeface="Arial"/>
              </a:rPr>
              <a:t>Fourth Outline Level</a:t>
            </a:r>
            <a:endParaRPr b="0" lang="en-AU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1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AU" sz="1500" strike="noStrike" u="none">
                <a:solidFill>
                  <a:srgbClr val="009bdd"/>
                </a:solidFill>
                <a:effectLst/>
                <a:uFillTx/>
                <a:latin typeface="Arial"/>
              </a:rPr>
              <a:t>Fifth Outline Level</a:t>
            </a:r>
            <a:endParaRPr b="0" lang="en-AU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1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AU" sz="1500" strike="noStrike" u="none">
                <a:solidFill>
                  <a:srgbClr val="009bdd"/>
                </a:solidFill>
                <a:effectLst/>
                <a:uFillTx/>
                <a:latin typeface="Arial"/>
              </a:rPr>
              <a:t>Sixth Outline Level</a:t>
            </a:r>
            <a:endParaRPr b="0" lang="en-AU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1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AU" sz="1500" strike="noStrike" u="none">
                <a:solidFill>
                  <a:srgbClr val="009bdd"/>
                </a:solidFill>
                <a:effectLst/>
                <a:uFillTx/>
                <a:latin typeface="Arial"/>
              </a:rPr>
              <a:t>Seventh Outline Level</a:t>
            </a:r>
            <a:endParaRPr b="0" lang="en-AU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360000" y="5220000"/>
            <a:ext cx="2338920" cy="35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AU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AU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&lt;date/time&gt;</a:t>
            </a:r>
            <a:endParaRPr b="0" lang="en-A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420000" y="5220000"/>
            <a:ext cx="3238920" cy="35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AU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AU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&lt;footer&gt;</a:t>
            </a:r>
            <a:endParaRPr b="0" lang="en-A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7380000" y="5220000"/>
            <a:ext cx="2338920" cy="35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AU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048C6BD-0BD1-462D-AF12-029AE50D5A14}" type="slidenum">
              <a:rPr b="0" lang="en-AU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&lt;number&gt;</a:t>
            </a:fld>
            <a:endParaRPr b="0" lang="en-A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"/>
          <p:cNvSpPr/>
          <p:nvPr/>
        </p:nvSpPr>
        <p:spPr>
          <a:xfrm flipH="1" flipV="1">
            <a:off x="-1440" y="4498560"/>
            <a:ext cx="10078920" cy="1168920"/>
          </a:xfrm>
          <a:prstGeom prst="flowChartDocument">
            <a:avLst/>
          </a:prstGeom>
          <a:gradFill rotWithShape="0">
            <a:gsLst>
              <a:gs pos="0">
                <a:srgbClr val="77caee"/>
              </a:gs>
              <a:gs pos="1563">
                <a:srgbClr val="77caee"/>
              </a:gs>
              <a:gs pos="1563">
                <a:srgbClr val="75c9ee"/>
              </a:gs>
              <a:gs pos="3125">
                <a:srgbClr val="75c9ee"/>
              </a:gs>
              <a:gs pos="3125">
                <a:srgbClr val="73c9ed"/>
              </a:gs>
              <a:gs pos="4688">
                <a:srgbClr val="73c9ed"/>
              </a:gs>
              <a:gs pos="4688">
                <a:srgbClr val="71c8ed"/>
              </a:gs>
              <a:gs pos="6250">
                <a:srgbClr val="71c8ed"/>
              </a:gs>
              <a:gs pos="6250">
                <a:srgbClr val="6fc7ed"/>
              </a:gs>
              <a:gs pos="7813">
                <a:srgbClr val="6fc7ed"/>
              </a:gs>
              <a:gs pos="7813">
                <a:srgbClr val="6ec6ed"/>
              </a:gs>
              <a:gs pos="9375">
                <a:srgbClr val="6ec6ed"/>
              </a:gs>
              <a:gs pos="9375">
                <a:srgbClr val="6cc6ec"/>
              </a:gs>
              <a:gs pos="10938">
                <a:srgbClr val="6cc6ec"/>
              </a:gs>
              <a:gs pos="10938">
                <a:srgbClr val="6ac5ec"/>
              </a:gs>
              <a:gs pos="12500">
                <a:srgbClr val="6ac5ec"/>
              </a:gs>
              <a:gs pos="12500">
                <a:srgbClr val="68c4ec"/>
              </a:gs>
              <a:gs pos="14063">
                <a:srgbClr val="68c4ec"/>
              </a:gs>
              <a:gs pos="14063">
                <a:srgbClr val="66c3ec"/>
              </a:gs>
              <a:gs pos="15625">
                <a:srgbClr val="66c3ec"/>
              </a:gs>
              <a:gs pos="15625">
                <a:srgbClr val="64c3eb"/>
              </a:gs>
              <a:gs pos="17188">
                <a:srgbClr val="64c3eb"/>
              </a:gs>
              <a:gs pos="17188">
                <a:srgbClr val="62c2eb"/>
              </a:gs>
              <a:gs pos="18750">
                <a:srgbClr val="62c2eb"/>
              </a:gs>
              <a:gs pos="18750">
                <a:srgbClr val="60c1eb"/>
              </a:gs>
              <a:gs pos="20313">
                <a:srgbClr val="60c1eb"/>
              </a:gs>
              <a:gs pos="20313">
                <a:srgbClr val="5ec0ea"/>
              </a:gs>
              <a:gs pos="21875">
                <a:srgbClr val="5ec0ea"/>
              </a:gs>
              <a:gs pos="21875">
                <a:srgbClr val="5dc0ea"/>
              </a:gs>
              <a:gs pos="23438">
                <a:srgbClr val="5dc0ea"/>
              </a:gs>
              <a:gs pos="23438">
                <a:srgbClr val="5bbfea"/>
              </a:gs>
              <a:gs pos="25000">
                <a:srgbClr val="5bbfea"/>
              </a:gs>
              <a:gs pos="25000">
                <a:srgbClr val="59beea"/>
              </a:gs>
              <a:gs pos="26563">
                <a:srgbClr val="59beea"/>
              </a:gs>
              <a:gs pos="26563">
                <a:srgbClr val="57bde9"/>
              </a:gs>
              <a:gs pos="28125">
                <a:srgbClr val="57bde9"/>
              </a:gs>
              <a:gs pos="28125">
                <a:srgbClr val="55bde9"/>
              </a:gs>
              <a:gs pos="29688">
                <a:srgbClr val="55bde9"/>
              </a:gs>
              <a:gs pos="29688">
                <a:srgbClr val="53bce9"/>
              </a:gs>
              <a:gs pos="31250">
                <a:srgbClr val="53bce9"/>
              </a:gs>
              <a:gs pos="31250">
                <a:srgbClr val="51bbe9"/>
              </a:gs>
              <a:gs pos="32813">
                <a:srgbClr val="51bbe9"/>
              </a:gs>
              <a:gs pos="32813">
                <a:srgbClr val="4fbae8"/>
              </a:gs>
              <a:gs pos="34375">
                <a:srgbClr val="4fbae8"/>
              </a:gs>
              <a:gs pos="34375">
                <a:srgbClr val="4dbae8"/>
              </a:gs>
              <a:gs pos="35938">
                <a:srgbClr val="4dbae8"/>
              </a:gs>
              <a:gs pos="35938">
                <a:srgbClr val="4cb9e8"/>
              </a:gs>
              <a:gs pos="37500">
                <a:srgbClr val="4cb9e8"/>
              </a:gs>
              <a:gs pos="37500">
                <a:srgbClr val="4ab8e8"/>
              </a:gs>
              <a:gs pos="39063">
                <a:srgbClr val="4ab8e8"/>
              </a:gs>
              <a:gs pos="39063">
                <a:srgbClr val="48b7e7"/>
              </a:gs>
              <a:gs pos="40625">
                <a:srgbClr val="48b7e7"/>
              </a:gs>
              <a:gs pos="40625">
                <a:srgbClr val="46b7e7"/>
              </a:gs>
              <a:gs pos="42188">
                <a:srgbClr val="46b7e7"/>
              </a:gs>
              <a:gs pos="42188">
                <a:srgbClr val="44b6e7"/>
              </a:gs>
              <a:gs pos="43750">
                <a:srgbClr val="44b6e7"/>
              </a:gs>
              <a:gs pos="43750">
                <a:srgbClr val="42b5e6"/>
              </a:gs>
              <a:gs pos="45313">
                <a:srgbClr val="42b5e6"/>
              </a:gs>
              <a:gs pos="45313">
                <a:srgbClr val="40b4e6"/>
              </a:gs>
              <a:gs pos="46875">
                <a:srgbClr val="40b4e6"/>
              </a:gs>
              <a:gs pos="46875">
                <a:srgbClr val="3eb4e6"/>
              </a:gs>
              <a:gs pos="48438">
                <a:srgbClr val="3eb4e6"/>
              </a:gs>
              <a:gs pos="48438">
                <a:srgbClr val="3cb3e6"/>
              </a:gs>
              <a:gs pos="50000">
                <a:srgbClr val="3cb3e6"/>
              </a:gs>
              <a:gs pos="50000">
                <a:srgbClr val="3bb2e5"/>
              </a:gs>
              <a:gs pos="51563">
                <a:srgbClr val="3bb2e5"/>
              </a:gs>
              <a:gs pos="51563">
                <a:srgbClr val="39b1e5"/>
              </a:gs>
              <a:gs pos="53125">
                <a:srgbClr val="39b1e5"/>
              </a:gs>
              <a:gs pos="53125">
                <a:srgbClr val="37b1e5"/>
              </a:gs>
              <a:gs pos="54688">
                <a:srgbClr val="37b1e5"/>
              </a:gs>
              <a:gs pos="54688">
                <a:srgbClr val="35b0e5"/>
              </a:gs>
              <a:gs pos="56250">
                <a:srgbClr val="35b0e5"/>
              </a:gs>
              <a:gs pos="56250">
                <a:srgbClr val="33afe4"/>
              </a:gs>
              <a:gs pos="57813">
                <a:srgbClr val="33afe4"/>
              </a:gs>
              <a:gs pos="57813">
                <a:srgbClr val="31aee4"/>
              </a:gs>
              <a:gs pos="59375">
                <a:srgbClr val="31aee4"/>
              </a:gs>
              <a:gs pos="59375">
                <a:srgbClr val="2faee4"/>
              </a:gs>
              <a:gs pos="60938">
                <a:srgbClr val="2faee4"/>
              </a:gs>
              <a:gs pos="60938">
                <a:srgbClr val="2dade3"/>
              </a:gs>
              <a:gs pos="62500">
                <a:srgbClr val="2dade3"/>
              </a:gs>
              <a:gs pos="62500">
                <a:srgbClr val="2bace3"/>
              </a:gs>
              <a:gs pos="64063">
                <a:srgbClr val="2bace3"/>
              </a:gs>
              <a:gs pos="64063">
                <a:srgbClr val="2aabe3"/>
              </a:gs>
              <a:gs pos="65625">
                <a:srgbClr val="2aabe3"/>
              </a:gs>
              <a:gs pos="65625">
                <a:srgbClr val="28abe3"/>
              </a:gs>
              <a:gs pos="67188">
                <a:srgbClr val="28abe3"/>
              </a:gs>
              <a:gs pos="67188">
                <a:srgbClr val="26aae2"/>
              </a:gs>
              <a:gs pos="68750">
                <a:srgbClr val="26aae2"/>
              </a:gs>
              <a:gs pos="68750">
                <a:srgbClr val="24a9e2"/>
              </a:gs>
              <a:gs pos="70313">
                <a:srgbClr val="24a9e2"/>
              </a:gs>
              <a:gs pos="70313">
                <a:srgbClr val="22a8e2"/>
              </a:gs>
              <a:gs pos="71875">
                <a:srgbClr val="22a8e2"/>
              </a:gs>
              <a:gs pos="71875">
                <a:srgbClr val="20a8e2"/>
              </a:gs>
              <a:gs pos="73438">
                <a:srgbClr val="20a8e2"/>
              </a:gs>
              <a:gs pos="73438">
                <a:srgbClr val="1ea7e1"/>
              </a:gs>
              <a:gs pos="75000">
                <a:srgbClr val="1ea7e1"/>
              </a:gs>
              <a:gs pos="75000">
                <a:srgbClr val="1ca6e1"/>
              </a:gs>
              <a:gs pos="76563">
                <a:srgbClr val="1ca6e1"/>
              </a:gs>
              <a:gs pos="76563">
                <a:srgbClr val="1aa5e1"/>
              </a:gs>
              <a:gs pos="78125">
                <a:srgbClr val="1aa5e1"/>
              </a:gs>
              <a:gs pos="78125">
                <a:srgbClr val="19a5e1"/>
              </a:gs>
              <a:gs pos="79688">
                <a:srgbClr val="19a5e1"/>
              </a:gs>
              <a:gs pos="79688">
                <a:srgbClr val="17a4e0"/>
              </a:gs>
              <a:gs pos="81250">
                <a:srgbClr val="17a4e0"/>
              </a:gs>
              <a:gs pos="81250">
                <a:srgbClr val="15a3e0"/>
              </a:gs>
              <a:gs pos="82813">
                <a:srgbClr val="15a3e0"/>
              </a:gs>
              <a:gs pos="82813">
                <a:srgbClr val="13a2e0"/>
              </a:gs>
              <a:gs pos="84375">
                <a:srgbClr val="13a2e0"/>
              </a:gs>
              <a:gs pos="84375">
                <a:srgbClr val="11a2df"/>
              </a:gs>
              <a:gs pos="85938">
                <a:srgbClr val="11a2df"/>
              </a:gs>
              <a:gs pos="85938">
                <a:srgbClr val="0fa1df"/>
              </a:gs>
              <a:gs pos="87500">
                <a:srgbClr val="0fa1df"/>
              </a:gs>
              <a:gs pos="87500">
                <a:srgbClr val="0da0df"/>
              </a:gs>
              <a:gs pos="89063">
                <a:srgbClr val="0da0df"/>
              </a:gs>
              <a:gs pos="89063">
                <a:srgbClr val="0b9fdf"/>
              </a:gs>
              <a:gs pos="90625">
                <a:srgbClr val="0b9fdf"/>
              </a:gs>
              <a:gs pos="90625">
                <a:srgbClr val="099fde"/>
              </a:gs>
              <a:gs pos="92188">
                <a:srgbClr val="099fde"/>
              </a:gs>
              <a:gs pos="92188">
                <a:srgbClr val="089ede"/>
              </a:gs>
              <a:gs pos="93750">
                <a:srgbClr val="089ede"/>
              </a:gs>
              <a:gs pos="93750">
                <a:srgbClr val="069dde"/>
              </a:gs>
              <a:gs pos="95313">
                <a:srgbClr val="069dde"/>
              </a:gs>
              <a:gs pos="95313">
                <a:srgbClr val="049cde"/>
              </a:gs>
              <a:gs pos="96875">
                <a:srgbClr val="049cde"/>
              </a:gs>
              <a:gs pos="96875">
                <a:srgbClr val="029cdd"/>
              </a:gs>
              <a:gs pos="98438">
                <a:srgbClr val="029cdd"/>
              </a:gs>
              <a:gs pos="98438">
                <a:srgbClr val="009bdd"/>
              </a:gs>
              <a:gs pos="100000">
                <a:srgbClr val="009bdd"/>
              </a:gs>
            </a:gsLst>
            <a:lin ang="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AU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0" y="1620000"/>
            <a:ext cx="8998920" cy="107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AU" sz="3300" strike="noStrike" u="none">
                <a:solidFill>
                  <a:srgbClr val="dd41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AU" sz="3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360000" y="2880000"/>
            <a:ext cx="9358920" cy="161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19999"/>
          </a:bodyPr>
          <a:p>
            <a:pPr marL="432000" indent="-324000">
              <a:lnSpc>
                <a:spcPct val="100000"/>
              </a:lnSpc>
              <a:spcBef>
                <a:spcPts val="106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AU" sz="2400" strike="noStrike" u="none">
                <a:solidFill>
                  <a:srgbClr val="009bdd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A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85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AU" sz="2100" strike="noStrike" u="none">
                <a:solidFill>
                  <a:srgbClr val="009bdd"/>
                </a:solidFill>
                <a:effectLst/>
                <a:uFillTx/>
                <a:latin typeface="Arial"/>
              </a:rPr>
              <a:t>Second Outline Level</a:t>
            </a:r>
            <a:endParaRPr b="0" lang="en-AU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635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AU" sz="1800" strike="noStrike" u="none">
                <a:solidFill>
                  <a:srgbClr val="009bdd"/>
                </a:solidFill>
                <a:effectLst/>
                <a:uFillTx/>
                <a:latin typeface="Arial"/>
              </a:rPr>
              <a:t>Third Outline Level</a:t>
            </a:r>
            <a:endParaRPr b="0" lang="en-A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422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AU" sz="1500" strike="noStrike" u="none">
                <a:solidFill>
                  <a:srgbClr val="009bdd"/>
                </a:solidFill>
                <a:effectLst/>
                <a:uFillTx/>
                <a:latin typeface="Arial"/>
              </a:rPr>
              <a:t>Fourth Outline Level</a:t>
            </a:r>
            <a:endParaRPr b="0" lang="en-AU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1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AU" sz="1500" strike="noStrike" u="none">
                <a:solidFill>
                  <a:srgbClr val="009bdd"/>
                </a:solidFill>
                <a:effectLst/>
                <a:uFillTx/>
                <a:latin typeface="Arial"/>
              </a:rPr>
              <a:t>Fifth Outline Level</a:t>
            </a:r>
            <a:endParaRPr b="0" lang="en-AU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1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AU" sz="1500" strike="noStrike" u="none">
                <a:solidFill>
                  <a:srgbClr val="009bdd"/>
                </a:solidFill>
                <a:effectLst/>
                <a:uFillTx/>
                <a:latin typeface="Arial"/>
              </a:rPr>
              <a:t>Sixth Outline Level</a:t>
            </a:r>
            <a:endParaRPr b="0" lang="en-AU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1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AU" sz="1500" strike="noStrike" u="none">
                <a:solidFill>
                  <a:srgbClr val="009bdd"/>
                </a:solidFill>
                <a:effectLst/>
                <a:uFillTx/>
                <a:latin typeface="Arial"/>
              </a:rPr>
              <a:t>Seventh Outline Level</a:t>
            </a:r>
            <a:endParaRPr b="0" lang="en-AU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4"/>
          </p:nvPr>
        </p:nvSpPr>
        <p:spPr>
          <a:xfrm>
            <a:off x="360000" y="5220000"/>
            <a:ext cx="2338920" cy="35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AU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AU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&lt;date/time&gt;</a:t>
            </a:r>
            <a:endParaRPr b="0" lang="en-A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ftr" idx="5"/>
          </p:nvPr>
        </p:nvSpPr>
        <p:spPr>
          <a:xfrm>
            <a:off x="3420000" y="5220000"/>
            <a:ext cx="3238920" cy="35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AU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AU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&lt;footer&gt;</a:t>
            </a:r>
            <a:endParaRPr b="0" lang="en-A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sldNum" idx="6"/>
          </p:nvPr>
        </p:nvSpPr>
        <p:spPr>
          <a:xfrm>
            <a:off x="7380000" y="5220000"/>
            <a:ext cx="2338920" cy="35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AU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CA8136F-3982-463B-8F33-DF80A71C9513}" type="slidenum">
              <a:rPr b="0" lang="en-AU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&lt;number&gt;</a:t>
            </a:fld>
            <a:endParaRPr b="0" lang="en-A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Blue_Curv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"/>
          <p:cNvSpPr/>
          <p:nvPr/>
        </p:nvSpPr>
        <p:spPr>
          <a:xfrm>
            <a:off x="0" y="0"/>
            <a:ext cx="10075680" cy="71892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563">
                <a:srgbClr val="77caee"/>
              </a:gs>
              <a:gs pos="1563">
                <a:srgbClr val="75c9ee"/>
              </a:gs>
              <a:gs pos="3125">
                <a:srgbClr val="75c9ee"/>
              </a:gs>
              <a:gs pos="3125">
                <a:srgbClr val="73c9ed"/>
              </a:gs>
              <a:gs pos="4688">
                <a:srgbClr val="73c9ed"/>
              </a:gs>
              <a:gs pos="4688">
                <a:srgbClr val="71c8ed"/>
              </a:gs>
              <a:gs pos="6250">
                <a:srgbClr val="71c8ed"/>
              </a:gs>
              <a:gs pos="6250">
                <a:srgbClr val="6fc7ed"/>
              </a:gs>
              <a:gs pos="7813">
                <a:srgbClr val="6fc7ed"/>
              </a:gs>
              <a:gs pos="7813">
                <a:srgbClr val="6ec6ed"/>
              </a:gs>
              <a:gs pos="9375">
                <a:srgbClr val="6ec6ed"/>
              </a:gs>
              <a:gs pos="9375">
                <a:srgbClr val="6cc6ec"/>
              </a:gs>
              <a:gs pos="10938">
                <a:srgbClr val="6cc6ec"/>
              </a:gs>
              <a:gs pos="10938">
                <a:srgbClr val="6ac5ec"/>
              </a:gs>
              <a:gs pos="12500">
                <a:srgbClr val="6ac5ec"/>
              </a:gs>
              <a:gs pos="12500">
                <a:srgbClr val="68c4ec"/>
              </a:gs>
              <a:gs pos="14063">
                <a:srgbClr val="68c4ec"/>
              </a:gs>
              <a:gs pos="14063">
                <a:srgbClr val="66c3ec"/>
              </a:gs>
              <a:gs pos="15625">
                <a:srgbClr val="66c3ec"/>
              </a:gs>
              <a:gs pos="15625">
                <a:srgbClr val="64c3eb"/>
              </a:gs>
              <a:gs pos="17188">
                <a:srgbClr val="64c3eb"/>
              </a:gs>
              <a:gs pos="17188">
                <a:srgbClr val="62c2eb"/>
              </a:gs>
              <a:gs pos="18750">
                <a:srgbClr val="62c2eb"/>
              </a:gs>
              <a:gs pos="18750">
                <a:srgbClr val="60c1eb"/>
              </a:gs>
              <a:gs pos="20313">
                <a:srgbClr val="60c1eb"/>
              </a:gs>
              <a:gs pos="20313">
                <a:srgbClr val="5ec0ea"/>
              </a:gs>
              <a:gs pos="21875">
                <a:srgbClr val="5ec0ea"/>
              </a:gs>
              <a:gs pos="21875">
                <a:srgbClr val="5dc0ea"/>
              </a:gs>
              <a:gs pos="23438">
                <a:srgbClr val="5dc0ea"/>
              </a:gs>
              <a:gs pos="23438">
                <a:srgbClr val="5bbfea"/>
              </a:gs>
              <a:gs pos="25000">
                <a:srgbClr val="5bbfea"/>
              </a:gs>
              <a:gs pos="25000">
                <a:srgbClr val="59beea"/>
              </a:gs>
              <a:gs pos="26563">
                <a:srgbClr val="59beea"/>
              </a:gs>
              <a:gs pos="26563">
                <a:srgbClr val="57bde9"/>
              </a:gs>
              <a:gs pos="28125">
                <a:srgbClr val="57bde9"/>
              </a:gs>
              <a:gs pos="28125">
                <a:srgbClr val="55bde9"/>
              </a:gs>
              <a:gs pos="29688">
                <a:srgbClr val="55bde9"/>
              </a:gs>
              <a:gs pos="29688">
                <a:srgbClr val="53bce9"/>
              </a:gs>
              <a:gs pos="31250">
                <a:srgbClr val="53bce9"/>
              </a:gs>
              <a:gs pos="31250">
                <a:srgbClr val="51bbe9"/>
              </a:gs>
              <a:gs pos="32813">
                <a:srgbClr val="51bbe9"/>
              </a:gs>
              <a:gs pos="32813">
                <a:srgbClr val="4fbae8"/>
              </a:gs>
              <a:gs pos="34375">
                <a:srgbClr val="4fbae8"/>
              </a:gs>
              <a:gs pos="34375">
                <a:srgbClr val="4dbae8"/>
              </a:gs>
              <a:gs pos="35938">
                <a:srgbClr val="4dbae8"/>
              </a:gs>
              <a:gs pos="35938">
                <a:srgbClr val="4cb9e8"/>
              </a:gs>
              <a:gs pos="37500">
                <a:srgbClr val="4cb9e8"/>
              </a:gs>
              <a:gs pos="37500">
                <a:srgbClr val="4ab8e8"/>
              </a:gs>
              <a:gs pos="39063">
                <a:srgbClr val="4ab8e8"/>
              </a:gs>
              <a:gs pos="39063">
                <a:srgbClr val="48b7e7"/>
              </a:gs>
              <a:gs pos="40625">
                <a:srgbClr val="48b7e7"/>
              </a:gs>
              <a:gs pos="40625">
                <a:srgbClr val="46b7e7"/>
              </a:gs>
              <a:gs pos="42188">
                <a:srgbClr val="46b7e7"/>
              </a:gs>
              <a:gs pos="42188">
                <a:srgbClr val="44b6e7"/>
              </a:gs>
              <a:gs pos="43750">
                <a:srgbClr val="44b6e7"/>
              </a:gs>
              <a:gs pos="43750">
                <a:srgbClr val="42b5e6"/>
              </a:gs>
              <a:gs pos="45313">
                <a:srgbClr val="42b5e6"/>
              </a:gs>
              <a:gs pos="45313">
                <a:srgbClr val="40b4e6"/>
              </a:gs>
              <a:gs pos="46875">
                <a:srgbClr val="40b4e6"/>
              </a:gs>
              <a:gs pos="46875">
                <a:srgbClr val="3eb4e6"/>
              </a:gs>
              <a:gs pos="48438">
                <a:srgbClr val="3eb4e6"/>
              </a:gs>
              <a:gs pos="48438">
                <a:srgbClr val="3cb3e6"/>
              </a:gs>
              <a:gs pos="50000">
                <a:srgbClr val="3cb3e6"/>
              </a:gs>
              <a:gs pos="50000">
                <a:srgbClr val="3bb2e5"/>
              </a:gs>
              <a:gs pos="51563">
                <a:srgbClr val="3bb2e5"/>
              </a:gs>
              <a:gs pos="51563">
                <a:srgbClr val="39b1e5"/>
              </a:gs>
              <a:gs pos="53125">
                <a:srgbClr val="39b1e5"/>
              </a:gs>
              <a:gs pos="53125">
                <a:srgbClr val="37b1e5"/>
              </a:gs>
              <a:gs pos="54688">
                <a:srgbClr val="37b1e5"/>
              </a:gs>
              <a:gs pos="54688">
                <a:srgbClr val="35b0e5"/>
              </a:gs>
              <a:gs pos="56250">
                <a:srgbClr val="35b0e5"/>
              </a:gs>
              <a:gs pos="56250">
                <a:srgbClr val="33afe4"/>
              </a:gs>
              <a:gs pos="57813">
                <a:srgbClr val="33afe4"/>
              </a:gs>
              <a:gs pos="57813">
                <a:srgbClr val="31aee4"/>
              </a:gs>
              <a:gs pos="59375">
                <a:srgbClr val="31aee4"/>
              </a:gs>
              <a:gs pos="59375">
                <a:srgbClr val="2faee4"/>
              </a:gs>
              <a:gs pos="60938">
                <a:srgbClr val="2faee4"/>
              </a:gs>
              <a:gs pos="60938">
                <a:srgbClr val="2dade3"/>
              </a:gs>
              <a:gs pos="62500">
                <a:srgbClr val="2dade3"/>
              </a:gs>
              <a:gs pos="62500">
                <a:srgbClr val="2bace3"/>
              </a:gs>
              <a:gs pos="64063">
                <a:srgbClr val="2bace3"/>
              </a:gs>
              <a:gs pos="64063">
                <a:srgbClr val="2aabe3"/>
              </a:gs>
              <a:gs pos="65625">
                <a:srgbClr val="2aabe3"/>
              </a:gs>
              <a:gs pos="65625">
                <a:srgbClr val="28abe3"/>
              </a:gs>
              <a:gs pos="67188">
                <a:srgbClr val="28abe3"/>
              </a:gs>
              <a:gs pos="67188">
                <a:srgbClr val="26aae2"/>
              </a:gs>
              <a:gs pos="68750">
                <a:srgbClr val="26aae2"/>
              </a:gs>
              <a:gs pos="68750">
                <a:srgbClr val="24a9e2"/>
              </a:gs>
              <a:gs pos="70313">
                <a:srgbClr val="24a9e2"/>
              </a:gs>
              <a:gs pos="70313">
                <a:srgbClr val="22a8e2"/>
              </a:gs>
              <a:gs pos="71875">
                <a:srgbClr val="22a8e2"/>
              </a:gs>
              <a:gs pos="71875">
                <a:srgbClr val="20a8e2"/>
              </a:gs>
              <a:gs pos="73438">
                <a:srgbClr val="20a8e2"/>
              </a:gs>
              <a:gs pos="73438">
                <a:srgbClr val="1ea7e1"/>
              </a:gs>
              <a:gs pos="75000">
                <a:srgbClr val="1ea7e1"/>
              </a:gs>
              <a:gs pos="75000">
                <a:srgbClr val="1ca6e1"/>
              </a:gs>
              <a:gs pos="76563">
                <a:srgbClr val="1ca6e1"/>
              </a:gs>
              <a:gs pos="76563">
                <a:srgbClr val="1aa5e1"/>
              </a:gs>
              <a:gs pos="78125">
                <a:srgbClr val="1aa5e1"/>
              </a:gs>
              <a:gs pos="78125">
                <a:srgbClr val="19a5e1"/>
              </a:gs>
              <a:gs pos="79688">
                <a:srgbClr val="19a5e1"/>
              </a:gs>
              <a:gs pos="79688">
                <a:srgbClr val="17a4e0"/>
              </a:gs>
              <a:gs pos="81250">
                <a:srgbClr val="17a4e0"/>
              </a:gs>
              <a:gs pos="81250">
                <a:srgbClr val="15a3e0"/>
              </a:gs>
              <a:gs pos="82813">
                <a:srgbClr val="15a3e0"/>
              </a:gs>
              <a:gs pos="82813">
                <a:srgbClr val="13a2e0"/>
              </a:gs>
              <a:gs pos="84375">
                <a:srgbClr val="13a2e0"/>
              </a:gs>
              <a:gs pos="84375">
                <a:srgbClr val="11a2df"/>
              </a:gs>
              <a:gs pos="85938">
                <a:srgbClr val="11a2df"/>
              </a:gs>
              <a:gs pos="85938">
                <a:srgbClr val="0fa1df"/>
              </a:gs>
              <a:gs pos="87500">
                <a:srgbClr val="0fa1df"/>
              </a:gs>
              <a:gs pos="87500">
                <a:srgbClr val="0da0df"/>
              </a:gs>
              <a:gs pos="89063">
                <a:srgbClr val="0da0df"/>
              </a:gs>
              <a:gs pos="89063">
                <a:srgbClr val="0b9fdf"/>
              </a:gs>
              <a:gs pos="90625">
                <a:srgbClr val="0b9fdf"/>
              </a:gs>
              <a:gs pos="90625">
                <a:srgbClr val="099fde"/>
              </a:gs>
              <a:gs pos="92188">
                <a:srgbClr val="099fde"/>
              </a:gs>
              <a:gs pos="92188">
                <a:srgbClr val="089ede"/>
              </a:gs>
              <a:gs pos="93750">
                <a:srgbClr val="089ede"/>
              </a:gs>
              <a:gs pos="93750">
                <a:srgbClr val="069dde"/>
              </a:gs>
              <a:gs pos="95313">
                <a:srgbClr val="069dde"/>
              </a:gs>
              <a:gs pos="95313">
                <a:srgbClr val="049cde"/>
              </a:gs>
              <a:gs pos="96875">
                <a:srgbClr val="049cde"/>
              </a:gs>
              <a:gs pos="96875">
                <a:srgbClr val="029cdd"/>
              </a:gs>
              <a:gs pos="98438">
                <a:srgbClr val="029cdd"/>
              </a:gs>
              <a:gs pos="98438">
                <a:srgbClr val="009bdd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AU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3" name=""/>
          <p:cNvSpPr/>
          <p:nvPr/>
        </p:nvSpPr>
        <p:spPr>
          <a:xfrm>
            <a:off x="3240" y="5040000"/>
            <a:ext cx="10075680" cy="63036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563">
                <a:srgbClr val="77caee"/>
              </a:gs>
              <a:gs pos="1563">
                <a:srgbClr val="75c9ee"/>
              </a:gs>
              <a:gs pos="3125">
                <a:srgbClr val="75c9ee"/>
              </a:gs>
              <a:gs pos="3125">
                <a:srgbClr val="73c9ed"/>
              </a:gs>
              <a:gs pos="4688">
                <a:srgbClr val="73c9ed"/>
              </a:gs>
              <a:gs pos="4688">
                <a:srgbClr val="71c8ed"/>
              </a:gs>
              <a:gs pos="6250">
                <a:srgbClr val="71c8ed"/>
              </a:gs>
              <a:gs pos="6250">
                <a:srgbClr val="6fc7ed"/>
              </a:gs>
              <a:gs pos="7813">
                <a:srgbClr val="6fc7ed"/>
              </a:gs>
              <a:gs pos="7813">
                <a:srgbClr val="6ec6ed"/>
              </a:gs>
              <a:gs pos="9375">
                <a:srgbClr val="6ec6ed"/>
              </a:gs>
              <a:gs pos="9375">
                <a:srgbClr val="6cc6ec"/>
              </a:gs>
              <a:gs pos="10938">
                <a:srgbClr val="6cc6ec"/>
              </a:gs>
              <a:gs pos="10938">
                <a:srgbClr val="6ac5ec"/>
              </a:gs>
              <a:gs pos="12500">
                <a:srgbClr val="6ac5ec"/>
              </a:gs>
              <a:gs pos="12500">
                <a:srgbClr val="68c4ec"/>
              </a:gs>
              <a:gs pos="14063">
                <a:srgbClr val="68c4ec"/>
              </a:gs>
              <a:gs pos="14063">
                <a:srgbClr val="66c3ec"/>
              </a:gs>
              <a:gs pos="15625">
                <a:srgbClr val="66c3ec"/>
              </a:gs>
              <a:gs pos="15625">
                <a:srgbClr val="64c3eb"/>
              </a:gs>
              <a:gs pos="17188">
                <a:srgbClr val="64c3eb"/>
              </a:gs>
              <a:gs pos="17188">
                <a:srgbClr val="62c2eb"/>
              </a:gs>
              <a:gs pos="18750">
                <a:srgbClr val="62c2eb"/>
              </a:gs>
              <a:gs pos="18750">
                <a:srgbClr val="60c1eb"/>
              </a:gs>
              <a:gs pos="20313">
                <a:srgbClr val="60c1eb"/>
              </a:gs>
              <a:gs pos="20313">
                <a:srgbClr val="5ec0ea"/>
              </a:gs>
              <a:gs pos="21875">
                <a:srgbClr val="5ec0ea"/>
              </a:gs>
              <a:gs pos="21875">
                <a:srgbClr val="5dc0ea"/>
              </a:gs>
              <a:gs pos="23438">
                <a:srgbClr val="5dc0ea"/>
              </a:gs>
              <a:gs pos="23438">
                <a:srgbClr val="5bbfea"/>
              </a:gs>
              <a:gs pos="25000">
                <a:srgbClr val="5bbfea"/>
              </a:gs>
              <a:gs pos="25000">
                <a:srgbClr val="59beea"/>
              </a:gs>
              <a:gs pos="26563">
                <a:srgbClr val="59beea"/>
              </a:gs>
              <a:gs pos="26563">
                <a:srgbClr val="57bde9"/>
              </a:gs>
              <a:gs pos="28125">
                <a:srgbClr val="57bde9"/>
              </a:gs>
              <a:gs pos="28125">
                <a:srgbClr val="55bde9"/>
              </a:gs>
              <a:gs pos="29688">
                <a:srgbClr val="55bde9"/>
              </a:gs>
              <a:gs pos="29688">
                <a:srgbClr val="53bce9"/>
              </a:gs>
              <a:gs pos="31250">
                <a:srgbClr val="53bce9"/>
              </a:gs>
              <a:gs pos="31250">
                <a:srgbClr val="51bbe9"/>
              </a:gs>
              <a:gs pos="32813">
                <a:srgbClr val="51bbe9"/>
              </a:gs>
              <a:gs pos="32813">
                <a:srgbClr val="4fbae8"/>
              </a:gs>
              <a:gs pos="34375">
                <a:srgbClr val="4fbae8"/>
              </a:gs>
              <a:gs pos="34375">
                <a:srgbClr val="4dbae8"/>
              </a:gs>
              <a:gs pos="35938">
                <a:srgbClr val="4dbae8"/>
              </a:gs>
              <a:gs pos="35938">
                <a:srgbClr val="4cb9e8"/>
              </a:gs>
              <a:gs pos="37500">
                <a:srgbClr val="4cb9e8"/>
              </a:gs>
              <a:gs pos="37500">
                <a:srgbClr val="4ab8e8"/>
              </a:gs>
              <a:gs pos="39063">
                <a:srgbClr val="4ab8e8"/>
              </a:gs>
              <a:gs pos="39063">
                <a:srgbClr val="48b7e7"/>
              </a:gs>
              <a:gs pos="40625">
                <a:srgbClr val="48b7e7"/>
              </a:gs>
              <a:gs pos="40625">
                <a:srgbClr val="46b7e7"/>
              </a:gs>
              <a:gs pos="42188">
                <a:srgbClr val="46b7e7"/>
              </a:gs>
              <a:gs pos="42188">
                <a:srgbClr val="44b6e7"/>
              </a:gs>
              <a:gs pos="43750">
                <a:srgbClr val="44b6e7"/>
              </a:gs>
              <a:gs pos="43750">
                <a:srgbClr val="42b5e6"/>
              </a:gs>
              <a:gs pos="45313">
                <a:srgbClr val="42b5e6"/>
              </a:gs>
              <a:gs pos="45313">
                <a:srgbClr val="40b4e6"/>
              </a:gs>
              <a:gs pos="46875">
                <a:srgbClr val="40b4e6"/>
              </a:gs>
              <a:gs pos="46875">
                <a:srgbClr val="3eb4e6"/>
              </a:gs>
              <a:gs pos="48438">
                <a:srgbClr val="3eb4e6"/>
              </a:gs>
              <a:gs pos="48438">
                <a:srgbClr val="3cb3e6"/>
              </a:gs>
              <a:gs pos="50000">
                <a:srgbClr val="3cb3e6"/>
              </a:gs>
              <a:gs pos="50000">
                <a:srgbClr val="3bb2e5"/>
              </a:gs>
              <a:gs pos="51563">
                <a:srgbClr val="3bb2e5"/>
              </a:gs>
              <a:gs pos="51563">
                <a:srgbClr val="39b1e5"/>
              </a:gs>
              <a:gs pos="53125">
                <a:srgbClr val="39b1e5"/>
              </a:gs>
              <a:gs pos="53125">
                <a:srgbClr val="37b1e5"/>
              </a:gs>
              <a:gs pos="54688">
                <a:srgbClr val="37b1e5"/>
              </a:gs>
              <a:gs pos="54688">
                <a:srgbClr val="35b0e5"/>
              </a:gs>
              <a:gs pos="56250">
                <a:srgbClr val="35b0e5"/>
              </a:gs>
              <a:gs pos="56250">
                <a:srgbClr val="33afe4"/>
              </a:gs>
              <a:gs pos="57813">
                <a:srgbClr val="33afe4"/>
              </a:gs>
              <a:gs pos="57813">
                <a:srgbClr val="31aee4"/>
              </a:gs>
              <a:gs pos="59375">
                <a:srgbClr val="31aee4"/>
              </a:gs>
              <a:gs pos="59375">
                <a:srgbClr val="2faee4"/>
              </a:gs>
              <a:gs pos="60938">
                <a:srgbClr val="2faee4"/>
              </a:gs>
              <a:gs pos="60938">
                <a:srgbClr val="2dade3"/>
              </a:gs>
              <a:gs pos="62500">
                <a:srgbClr val="2dade3"/>
              </a:gs>
              <a:gs pos="62500">
                <a:srgbClr val="2bace3"/>
              </a:gs>
              <a:gs pos="64063">
                <a:srgbClr val="2bace3"/>
              </a:gs>
              <a:gs pos="64063">
                <a:srgbClr val="2aabe3"/>
              </a:gs>
              <a:gs pos="65625">
                <a:srgbClr val="2aabe3"/>
              </a:gs>
              <a:gs pos="65625">
                <a:srgbClr val="28abe3"/>
              </a:gs>
              <a:gs pos="67188">
                <a:srgbClr val="28abe3"/>
              </a:gs>
              <a:gs pos="67188">
                <a:srgbClr val="26aae2"/>
              </a:gs>
              <a:gs pos="68750">
                <a:srgbClr val="26aae2"/>
              </a:gs>
              <a:gs pos="68750">
                <a:srgbClr val="24a9e2"/>
              </a:gs>
              <a:gs pos="70313">
                <a:srgbClr val="24a9e2"/>
              </a:gs>
              <a:gs pos="70313">
                <a:srgbClr val="22a8e2"/>
              </a:gs>
              <a:gs pos="71875">
                <a:srgbClr val="22a8e2"/>
              </a:gs>
              <a:gs pos="71875">
                <a:srgbClr val="20a8e2"/>
              </a:gs>
              <a:gs pos="73438">
                <a:srgbClr val="20a8e2"/>
              </a:gs>
              <a:gs pos="73438">
                <a:srgbClr val="1ea7e1"/>
              </a:gs>
              <a:gs pos="75000">
                <a:srgbClr val="1ea7e1"/>
              </a:gs>
              <a:gs pos="75000">
                <a:srgbClr val="1ca6e1"/>
              </a:gs>
              <a:gs pos="76563">
                <a:srgbClr val="1ca6e1"/>
              </a:gs>
              <a:gs pos="76563">
                <a:srgbClr val="1aa5e1"/>
              </a:gs>
              <a:gs pos="78125">
                <a:srgbClr val="1aa5e1"/>
              </a:gs>
              <a:gs pos="78125">
                <a:srgbClr val="19a5e1"/>
              </a:gs>
              <a:gs pos="79688">
                <a:srgbClr val="19a5e1"/>
              </a:gs>
              <a:gs pos="79688">
                <a:srgbClr val="17a4e0"/>
              </a:gs>
              <a:gs pos="81250">
                <a:srgbClr val="17a4e0"/>
              </a:gs>
              <a:gs pos="81250">
                <a:srgbClr val="15a3e0"/>
              </a:gs>
              <a:gs pos="82813">
                <a:srgbClr val="15a3e0"/>
              </a:gs>
              <a:gs pos="82813">
                <a:srgbClr val="13a2e0"/>
              </a:gs>
              <a:gs pos="84375">
                <a:srgbClr val="13a2e0"/>
              </a:gs>
              <a:gs pos="84375">
                <a:srgbClr val="11a2df"/>
              </a:gs>
              <a:gs pos="85938">
                <a:srgbClr val="11a2df"/>
              </a:gs>
              <a:gs pos="85938">
                <a:srgbClr val="0fa1df"/>
              </a:gs>
              <a:gs pos="87500">
                <a:srgbClr val="0fa1df"/>
              </a:gs>
              <a:gs pos="87500">
                <a:srgbClr val="0da0df"/>
              </a:gs>
              <a:gs pos="89063">
                <a:srgbClr val="0da0df"/>
              </a:gs>
              <a:gs pos="89063">
                <a:srgbClr val="0b9fdf"/>
              </a:gs>
              <a:gs pos="90625">
                <a:srgbClr val="0b9fdf"/>
              </a:gs>
              <a:gs pos="90625">
                <a:srgbClr val="099fde"/>
              </a:gs>
              <a:gs pos="92188">
                <a:srgbClr val="099fde"/>
              </a:gs>
              <a:gs pos="92188">
                <a:srgbClr val="089ede"/>
              </a:gs>
              <a:gs pos="93750">
                <a:srgbClr val="089ede"/>
              </a:gs>
              <a:gs pos="93750">
                <a:srgbClr val="069dde"/>
              </a:gs>
              <a:gs pos="95313">
                <a:srgbClr val="069dde"/>
              </a:gs>
              <a:gs pos="95313">
                <a:srgbClr val="049cde"/>
              </a:gs>
              <a:gs pos="96875">
                <a:srgbClr val="049cde"/>
              </a:gs>
              <a:gs pos="96875">
                <a:srgbClr val="029cdd"/>
              </a:gs>
              <a:gs pos="98438">
                <a:srgbClr val="029cdd"/>
              </a:gs>
              <a:gs pos="98438">
                <a:srgbClr val="009bdd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AU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360000" y="180000"/>
            <a:ext cx="9358920" cy="47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AU" sz="3300" strike="noStrike" u="none">
                <a:solidFill>
                  <a:srgbClr val="eeeeee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AU" sz="3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360000" y="1080000"/>
            <a:ext cx="9358920" cy="359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>
              <a:lnSpc>
                <a:spcPct val="100000"/>
              </a:lnSpc>
              <a:spcBef>
                <a:spcPts val="106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AU" sz="2400" strike="noStrike" u="none">
                <a:solidFill>
                  <a:srgbClr val="009bdd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A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85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AU" sz="2100" strike="noStrike" u="none">
                <a:solidFill>
                  <a:srgbClr val="009bdd"/>
                </a:solidFill>
                <a:effectLst/>
                <a:uFillTx/>
                <a:latin typeface="Arial"/>
              </a:rPr>
              <a:t>Second Outline Level</a:t>
            </a:r>
            <a:endParaRPr b="0" lang="en-AU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635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AU" sz="1800" strike="noStrike" u="none">
                <a:solidFill>
                  <a:srgbClr val="009bdd"/>
                </a:solidFill>
                <a:effectLst/>
                <a:uFillTx/>
                <a:latin typeface="Arial"/>
              </a:rPr>
              <a:t>Third Outline Level</a:t>
            </a:r>
            <a:endParaRPr b="0" lang="en-A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422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AU" sz="1500" strike="noStrike" u="none">
                <a:solidFill>
                  <a:srgbClr val="009bdd"/>
                </a:solidFill>
                <a:effectLst/>
                <a:uFillTx/>
                <a:latin typeface="Arial"/>
              </a:rPr>
              <a:t>Fourth Outline Level</a:t>
            </a:r>
            <a:endParaRPr b="0" lang="en-AU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1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AU" sz="1500" strike="noStrike" u="none">
                <a:solidFill>
                  <a:srgbClr val="009bdd"/>
                </a:solidFill>
                <a:effectLst/>
                <a:uFillTx/>
                <a:latin typeface="Arial"/>
              </a:rPr>
              <a:t>Fifth Outline Level</a:t>
            </a:r>
            <a:endParaRPr b="0" lang="en-AU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1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AU" sz="1500" strike="noStrike" u="none">
                <a:solidFill>
                  <a:srgbClr val="009bdd"/>
                </a:solidFill>
                <a:effectLst/>
                <a:uFillTx/>
                <a:latin typeface="Arial"/>
              </a:rPr>
              <a:t>Sixth Outline Level</a:t>
            </a:r>
            <a:endParaRPr b="0" lang="en-AU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1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AU" sz="1500" strike="noStrike" u="none">
                <a:solidFill>
                  <a:srgbClr val="009bdd"/>
                </a:solidFill>
                <a:effectLst/>
                <a:uFillTx/>
                <a:latin typeface="Arial"/>
              </a:rPr>
              <a:t>Seventh Outline Level</a:t>
            </a:r>
            <a:endParaRPr b="0" lang="en-AU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dt" idx="7"/>
          </p:nvPr>
        </p:nvSpPr>
        <p:spPr>
          <a:xfrm>
            <a:off x="360000" y="5220000"/>
            <a:ext cx="2338920" cy="35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AU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AU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&lt;date/time&gt;</a:t>
            </a:r>
            <a:endParaRPr b="0" lang="en-A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ftr" idx="8"/>
          </p:nvPr>
        </p:nvSpPr>
        <p:spPr>
          <a:xfrm>
            <a:off x="3420000" y="5220000"/>
            <a:ext cx="3238920" cy="35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AU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AU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&lt;footer&gt;</a:t>
            </a:r>
            <a:endParaRPr b="0" lang="en-A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PlaceHolder 5"/>
          <p:cNvSpPr>
            <a:spLocks noGrp="1"/>
          </p:cNvSpPr>
          <p:nvPr>
            <p:ph type="sldNum" idx="9"/>
          </p:nvPr>
        </p:nvSpPr>
        <p:spPr>
          <a:xfrm>
            <a:off x="7380000" y="5220000"/>
            <a:ext cx="2338920" cy="35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AU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C75EE47-2A06-4AC2-BEC7-14943D461773}" type="slidenum">
              <a:rPr b="0" lang="en-AU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&lt;number&gt;</a:t>
            </a:fld>
            <a:endParaRPr b="0" lang="en-A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0" y="1618920"/>
            <a:ext cx="8998920" cy="1081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AU" sz="3300" strike="noStrike" u="none">
                <a:solidFill>
                  <a:srgbClr val="dd4100"/>
                </a:solidFill>
                <a:effectLst/>
                <a:uFillTx/>
                <a:latin typeface="Arial"/>
              </a:rPr>
              <a:t>Indexer Workflow</a:t>
            </a:r>
            <a:endParaRPr b="0" lang="en-AU" sz="3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360000" y="178920"/>
            <a:ext cx="9358920" cy="479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AU" sz="3300" strike="noStrike" u="none">
                <a:solidFill>
                  <a:srgbClr val="eeeeee"/>
                </a:solidFill>
                <a:effectLst/>
                <a:uFillTx/>
                <a:latin typeface="Arial"/>
              </a:rPr>
              <a:t>High-Level Indexer Service Design</a:t>
            </a:r>
            <a:endParaRPr b="0" lang="en-AU" sz="3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1" name="" descr=""/>
          <p:cNvPicPr/>
          <p:nvPr/>
        </p:nvPicPr>
        <p:blipFill>
          <a:blip r:embed="rId1"/>
          <a:stretch/>
        </p:blipFill>
        <p:spPr>
          <a:xfrm>
            <a:off x="628200" y="973800"/>
            <a:ext cx="8848440" cy="3732840"/>
          </a:xfrm>
          <a:prstGeom prst="rect">
            <a:avLst/>
          </a:prstGeom>
          <a:noFill/>
          <a:ln w="1800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D5F6086-2392-4F38-883C-E7E663EC73BB}" type="slidenum">
              <a:t>2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360000" y="178920"/>
            <a:ext cx="9358920" cy="479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AU" sz="3300" strike="noStrike" u="none">
                <a:solidFill>
                  <a:srgbClr val="eeeeee"/>
                </a:solidFill>
                <a:effectLst/>
                <a:uFillTx/>
                <a:latin typeface="Arial"/>
              </a:rPr>
              <a:t>Indexer Architecture</a:t>
            </a:r>
            <a:endParaRPr b="0" lang="en-AU" sz="3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360000" y="1080000"/>
            <a:ext cx="9358920" cy="359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>
              <a:lnSpc>
                <a:spcPct val="100000"/>
              </a:lnSpc>
              <a:spcBef>
                <a:spcPts val="106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AU" sz="2400" strike="noStrike" u="none">
                <a:solidFill>
                  <a:srgbClr val="009bdd"/>
                </a:solidFill>
                <a:effectLst/>
                <a:uFillTx/>
                <a:latin typeface="Arial"/>
              </a:rPr>
              <a:t>Operator extracts data from structured and unstructured sources.</a:t>
            </a:r>
            <a:endParaRPr b="0" lang="en-A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06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AU" sz="2400" strike="noStrike" u="none">
                <a:solidFill>
                  <a:srgbClr val="009bdd"/>
                </a:solidFill>
                <a:effectLst/>
                <a:uFillTx/>
                <a:latin typeface="Arial"/>
              </a:rPr>
              <a:t>Operator monitors conversion process.</a:t>
            </a:r>
            <a:endParaRPr b="0" lang="en-A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06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AU" sz="2400" strike="noStrike" u="none">
                <a:solidFill>
                  <a:srgbClr val="009bdd"/>
                </a:solidFill>
                <a:effectLst/>
                <a:uFillTx/>
                <a:latin typeface="Arial"/>
              </a:rPr>
              <a:t>Operator is a privileged role with access to all data sources.</a:t>
            </a:r>
            <a:endParaRPr b="0" lang="en-A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06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AU" sz="2400" strike="noStrike" u="none">
                <a:solidFill>
                  <a:srgbClr val="009bdd"/>
                </a:solidFill>
                <a:effectLst/>
                <a:uFillTx/>
                <a:latin typeface="Arial"/>
              </a:rPr>
              <a:t>Intermediate data is stored as JSON.</a:t>
            </a:r>
            <a:endParaRPr b="0" lang="en-A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4A07A50-7D32-427C-9243-2CDC8BA4B6A9}" type="slidenum">
              <a:t>3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360000" y="178920"/>
            <a:ext cx="9358920" cy="479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AU" sz="3300" strike="noStrike" u="none">
                <a:solidFill>
                  <a:srgbClr val="eeeeee"/>
                </a:solidFill>
                <a:effectLst/>
                <a:uFillTx/>
                <a:latin typeface="Arial"/>
              </a:rPr>
              <a:t>Documents are Source of Truth</a:t>
            </a:r>
            <a:endParaRPr b="0" lang="en-AU" sz="3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/>
          </p:nvPr>
        </p:nvSpPr>
        <p:spPr>
          <a:xfrm>
            <a:off x="360000" y="1080000"/>
            <a:ext cx="9358920" cy="359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>
              <a:lnSpc>
                <a:spcPct val="100000"/>
              </a:lnSpc>
              <a:spcBef>
                <a:spcPts val="106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AU" sz="2400" strike="noStrike" u="none">
                <a:solidFill>
                  <a:srgbClr val="009bdd"/>
                </a:solidFill>
                <a:effectLst/>
                <a:uFillTx/>
                <a:latin typeface="Arial"/>
              </a:rPr>
              <a:t>Documents are the only source of truth. All other components can be recreated from the documents.</a:t>
            </a:r>
            <a:endParaRPr b="0" lang="en-A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06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AU" sz="2400" strike="noStrike" u="none">
                <a:solidFill>
                  <a:srgbClr val="009bdd"/>
                </a:solidFill>
                <a:effectLst/>
                <a:uFillTx/>
                <a:latin typeface="Arial"/>
              </a:rPr>
              <a:t>This principle allows the system to be platform agnostic and allows to avoid portability problems of vector storage and service implementation.</a:t>
            </a:r>
            <a:endParaRPr b="0" lang="en-A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06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AU" sz="2400" strike="noStrike" u="none">
                <a:solidFill>
                  <a:srgbClr val="009bdd"/>
                </a:solidFill>
                <a:effectLst/>
                <a:uFillTx/>
                <a:latin typeface="Arial"/>
              </a:rPr>
              <a:t>All platforms (on-premise, AWS, Azure, GCP) have components of the system implemented already.</a:t>
            </a:r>
            <a:endParaRPr b="0" lang="en-A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32CB4D0-D056-4767-86C6-9727E12A878A}" type="slidenum">
              <a:t>4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360000" y="167040"/>
            <a:ext cx="9358920" cy="503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AU" sz="3300" strike="noStrike" u="none">
                <a:solidFill>
                  <a:srgbClr val="eeeeee"/>
                </a:solidFill>
                <a:effectLst/>
                <a:uFillTx/>
                <a:latin typeface="Arial"/>
              </a:rPr>
              <a:t>Hybrid Architecture</a:t>
            </a:r>
            <a:endParaRPr b="0" lang="en-AU" sz="3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7" name="" descr=""/>
          <p:cNvPicPr/>
          <p:nvPr/>
        </p:nvPicPr>
        <p:blipFill>
          <a:blip r:embed="rId1"/>
          <a:stretch/>
        </p:blipFill>
        <p:spPr>
          <a:xfrm>
            <a:off x="1186920" y="1283400"/>
            <a:ext cx="7696800" cy="3095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251B467-107B-42D5-A1E4-587D00B3BF99}" type="slidenum">
              <a:t>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360000" y="167040"/>
            <a:ext cx="9358920" cy="503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AU" sz="3300" strike="noStrike" u="none">
                <a:solidFill>
                  <a:srgbClr val="eeeeee"/>
                </a:solidFill>
                <a:effectLst/>
                <a:uFillTx/>
                <a:latin typeface="Arial"/>
              </a:rPr>
              <a:t>Notes on Hybrid Architecture</a:t>
            </a:r>
            <a:endParaRPr b="0" lang="en-AU" sz="3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/>
          </p:nvPr>
        </p:nvSpPr>
        <p:spPr>
          <a:xfrm>
            <a:off x="360000" y="1080000"/>
            <a:ext cx="9358920" cy="359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>
              <a:lnSpc>
                <a:spcPct val="100000"/>
              </a:lnSpc>
              <a:spcBef>
                <a:spcPts val="106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AU" sz="2400" strike="noStrike" u="none">
                <a:solidFill>
                  <a:srgbClr val="009bdd"/>
                </a:solidFill>
                <a:effectLst/>
                <a:uFillTx/>
                <a:latin typeface="Arial"/>
              </a:rPr>
              <a:t>Any cloud service can be used (Bedrock, Foundry, Vertex, etc. ).</a:t>
            </a:r>
            <a:endParaRPr b="0" lang="en-A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06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AU" sz="2400" strike="noStrike" u="none">
                <a:solidFill>
                  <a:srgbClr val="009bdd"/>
                </a:solidFill>
                <a:effectLst/>
                <a:uFillTx/>
                <a:latin typeface="Arial"/>
              </a:rPr>
              <a:t>Vector storage is under control of the organisation.</a:t>
            </a:r>
            <a:endParaRPr b="0" lang="en-A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06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AU" sz="2400" strike="noStrike" u="none">
                <a:solidFill>
                  <a:srgbClr val="009bdd"/>
                </a:solidFill>
                <a:effectLst/>
                <a:uFillTx/>
                <a:latin typeface="Arial"/>
                <a:ea typeface="Microsoft YaHei"/>
              </a:rPr>
              <a:t>Intermediate data is under control of </a:t>
            </a:r>
            <a:r>
              <a:rPr b="0" lang="en-AU" sz="2400" strike="noStrike" u="none">
                <a:solidFill>
                  <a:srgbClr val="009bdd"/>
                </a:solidFill>
                <a:effectLst/>
                <a:uFillTx/>
                <a:latin typeface="Arial"/>
              </a:rPr>
              <a:t>the organisation. </a:t>
            </a:r>
            <a:endParaRPr b="0" lang="en-A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5721C80-FBCE-40E0-9118-672102EDF259}" type="slidenum">
              <a:t>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80</TotalTime>
  <Application>LibreOffice/25.2.6.2$Windows_X86_64 LibreOffice_project/729c5bfe710f5eb71ed3bbde9e06a6065e9c6c5d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2025-10-19T09:40:00Z</dcterms:created>
  <dc:creator/>
  <dc:description>This work is licensed under a Creative Commons 0 License.
It makes use of the works of kka_libo_design@ashisuto.co.jp.</dc:description>
  <dc:language>en-AU</dc:language>
  <cp:lastModifiedBy/>
  <dcterms:modified xsi:type="dcterms:W3CDTF">2025-11-25T10:07:43Z</dcterms:modified>
  <cp:revision>9</cp:revision>
  <dc:subject/>
  <dc:title>Blue Curve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