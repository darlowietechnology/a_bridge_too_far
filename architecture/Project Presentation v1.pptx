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6.xml" ContentType="application/vnd.openxmlformats-officedocument.theme+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20.xml" ContentType="application/vnd.openxmlformats-officedocument.presentationml.slide+xml"/>
  <Override PartName="/ppt/slides/slide2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23.xml" ContentType="application/vnd.openxmlformats-officedocument.presentationml.slide+xml"/>
  <Override PartName="/ppt/slides/slide6.xml" ContentType="application/vnd.openxmlformats-officedocument.presentationml.slide+xml"/>
  <Override PartName="/ppt/slides/slide24.xml" ContentType="application/vnd.openxmlformats-officedocument.presentationml.slide+xml"/>
  <Override PartName="/ppt/slides/slide7.xml" ContentType="application/vnd.openxmlformats-officedocument.presentationml.slide+xml"/>
  <Override PartName="/ppt/slides/slide25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26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Masters/slideMaster1.xml" ContentType="application/vnd.openxmlformats-officedocument.presentationml.slideMaster+xml"/>
  <Override PartName="/ppt/slideMasters/slideMaster4.xml" ContentType="application/vnd.openxmlformats-officedocument.presentationml.slideMaster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2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4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6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lang="en-A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  <a:endParaRPr lang="en-A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notes' format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lang="en-A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A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dt" idx="16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lang="en-A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A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A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 type="ftr" idx="17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lang="en-A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A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A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 type="sldNum" idx="18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lang="en-A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1CA4270F-5878-4619-B90F-55897B9D01E2}" type="slidenum">
              <a:rPr lang="en-A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A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3680" cy="4005360"/>
          </a:xfrm>
          <a:prstGeom prst="rect">
            <a:avLst/>
          </a:prstGeom>
          <a:ln w="0">
            <a:noFill/>
          </a:ln>
        </p:spPr>
      </p:sp>
      <p:sp>
        <p:nvSpPr>
          <p:cNvPr id="9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4040" cy="4807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Large Language Models allow to replace mundane text generation with automation. This can lead to reduction in labour expenses and increase in profitability.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Incorporating LLMs require changes in business process.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Every company have access to LLMs trained on public data. Therefore, the knowledge of public data is not a competitive advantage. Only private data gives advantage.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Investing in LLM workflows should focus on using private data. This gives biggest advantage.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More context – what we try to automate. – context of security work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3680" cy="4005360"/>
          </a:xfrm>
          <a:prstGeom prst="rect">
            <a:avLst/>
          </a:prstGeom>
          <a:ln w="0">
            <a:noFill/>
          </a:ln>
        </p:spPr>
      </p:sp>
      <p:sp>
        <p:nvSpPr>
          <p:cNvPr id="9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4040" cy="4807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Large Language Models allow to replace mundane text generation with automation. This can lead to reduction in labour expenses and increase in profitability.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Incorporating LLMs require changes in business process.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Every company have access to LLMs trained on public data. Therefore, the knowledge of public data is not a competitive advantage. Only private data gives advantage.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Investing in LLM workflows should focus on using private data. This gives biggest advantage.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More context – what we try to automate. – context of security work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3680" cy="4005360"/>
          </a:xfrm>
          <a:prstGeom prst="rect">
            <a:avLst/>
          </a:prstGeom>
          <a:ln w="0">
            <a:noFill/>
          </a:ln>
        </p:spPr>
      </p:sp>
      <p:sp>
        <p:nvSpPr>
          <p:cNvPr id="9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4040" cy="4807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 the example application we combine private and public data. 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Private data is collected from penetration test reports conducted on the enterprise network and applications. Results recorded in the reports are confidential to the organisation.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Public data is the PCI DSS standard. This standard is a part of public domain. As a result, generally available LLMs are trained on this document.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3680" cy="4005360"/>
          </a:xfrm>
          <a:prstGeom prst="rect">
            <a:avLst/>
          </a:prstGeom>
          <a:ln w="0">
            <a:noFill/>
          </a:ln>
        </p:spPr>
      </p:sp>
      <p:sp>
        <p:nvSpPr>
          <p:cNvPr id="101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4040" cy="4807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When the company decides to use LLM in business, it should decide how to incorporate private data in the machine.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 will briefly describe the methods to deliver private data in the machine.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sldImg"/>
          </p:nvPr>
        </p:nvSpPr>
        <p:spPr>
          <a:xfrm>
            <a:off x="216360" y="812520"/>
            <a:ext cx="7123320" cy="4005360"/>
          </a:xfrm>
          <a:prstGeom prst="rect">
            <a:avLst/>
          </a:prstGeom>
          <a:ln w="0">
            <a:noFill/>
          </a:ln>
        </p:spPr>
      </p:sp>
      <p:sp>
        <p:nvSpPr>
          <p:cNvPr id="10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4040" cy="4807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RAG keeps private data separate from the machine in the database.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Such database has to be created and maintained by the organisation.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Part of the example application called Indexer creates and maintains RAG database.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Note that the steps required to created RAG solution can be reused in Tuning solution. 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sldImg"/>
          </p:nvPr>
        </p:nvSpPr>
        <p:spPr>
          <a:xfrm>
            <a:off x="216360" y="812520"/>
            <a:ext cx="7123320" cy="4005360"/>
          </a:xfrm>
          <a:prstGeom prst="rect">
            <a:avLst/>
          </a:prstGeom>
          <a:ln w="0">
            <a:noFill/>
          </a:ln>
        </p:spPr>
      </p:sp>
      <p:sp>
        <p:nvSpPr>
          <p:cNvPr id="10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4040" cy="4807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Tuning process incorporates private data into LLM decision making. 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method depends on the quality of data supplied.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Note that RAG solution can be used to verify quality of data before deployment of Tuning solution. 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PlaceHolder 1"/>
          <p:cNvSpPr>
            <a:spLocks noGrp="1"/>
          </p:cNvSpPr>
          <p:nvPr>
            <p:ph type="sldImg"/>
          </p:nvPr>
        </p:nvSpPr>
        <p:spPr>
          <a:xfrm>
            <a:off x="216360" y="812520"/>
            <a:ext cx="7123320" cy="4005360"/>
          </a:xfrm>
          <a:prstGeom prst="rect">
            <a:avLst/>
          </a:prstGeom>
          <a:ln w="0">
            <a:noFill/>
          </a:ln>
        </p:spPr>
      </p:sp>
      <p:sp>
        <p:nvSpPr>
          <p:cNvPr id="10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4040" cy="4807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 believe that organisations entering ML can benefit from gradual introduction.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RAG allows to introduce ML at a cost lower that Tuning.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sldImg"/>
          </p:nvPr>
        </p:nvSpPr>
        <p:spPr>
          <a:xfrm>
            <a:off x="216360" y="812520"/>
            <a:ext cx="7123320" cy="4005360"/>
          </a:xfrm>
          <a:prstGeom prst="rect">
            <a:avLst/>
          </a:prstGeom>
          <a:ln w="0">
            <a:noFill/>
          </a:ln>
        </p:spPr>
      </p:sp>
      <p:sp>
        <p:nvSpPr>
          <p:cNvPr id="10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4040" cy="4807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 use Pydantic development library to create our ML applications.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 believe that Pydantic provides the balance of features and portability across major ML platforms.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Investing in Pydantic Agent solution reduces the risk of obsolete technology.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PlaceHolder 1"/>
          <p:cNvSpPr>
            <a:spLocks noGrp="1"/>
          </p:cNvSpPr>
          <p:nvPr>
            <p:ph type="sldImg"/>
          </p:nvPr>
        </p:nvSpPr>
        <p:spPr>
          <a:xfrm>
            <a:off x="216360" y="812520"/>
            <a:ext cx="7123320" cy="4005360"/>
          </a:xfrm>
          <a:prstGeom prst="rect">
            <a:avLst/>
          </a:prstGeom>
          <a:ln w="0">
            <a:noFill/>
          </a:ln>
        </p:spPr>
      </p:sp>
      <p:sp>
        <p:nvSpPr>
          <p:cNvPr id="111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4040" cy="4807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Our example application stores RAG database separately from Cloud LLM.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allows full control of private data.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 can use the apps with Web interface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Or we can run apps as service scripts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5120" cy="4007160"/>
          </a:xfrm>
          <a:prstGeom prst="rect">
            <a:avLst/>
          </a:prstGeom>
          <a:ln w="0">
            <a:noFill/>
          </a:ln>
        </p:spPr>
      </p:sp>
      <p:sp>
        <p:nvSpPr>
          <p:cNvPr id="11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5840" cy="4809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Default memory configuration of MS-S1 Max is a 64 GB general memory and 64GB of shared memory for OS, GPU, NPU.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AMD Variable Graphics Memory (VGM) is a preallocated continuous block of physical memory.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Enabling VGM improves MLPerf score 2-3% compared with default configuration.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Total potential memory for GPU is 112 GB (96 + 16).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5120" cy="4007160"/>
          </a:xfrm>
          <a:prstGeom prst="rect">
            <a:avLst/>
          </a:prstGeom>
          <a:ln w="0">
            <a:noFill/>
          </a:ln>
        </p:spPr>
      </p:sp>
      <p:sp>
        <p:nvSpPr>
          <p:cNvPr id="11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5840" cy="4809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Baseline for MLPerf performance comparison.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This workstation was released in 2018.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Note that the current Dell Precision 7680 costs AUD 4700 which is comparable in price to Minisforum MS-S1 Max (AUD 4300)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Memory is shared between CPU and GPU via NVidia  driver.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5120" cy="4007160"/>
          </a:xfrm>
          <a:prstGeom prst="rect">
            <a:avLst/>
          </a:prstGeom>
          <a:ln w="0">
            <a:noFill/>
          </a:ln>
        </p:spPr>
      </p:sp>
      <p:sp>
        <p:nvSpPr>
          <p:cNvPr id="11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5840" cy="4809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MLPerf is a self-contained benchmark.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MLPerf uses small LLMs to allow better coverage across platforms.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MLPerf results are indicative of platform performance.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Business-specific workloads may have different results.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5120" cy="4007160"/>
          </a:xfrm>
          <a:prstGeom prst="rect">
            <a:avLst/>
          </a:prstGeom>
          <a:ln w="0">
            <a:noFill/>
          </a:ln>
        </p:spPr>
      </p:sp>
      <p:sp>
        <p:nvSpPr>
          <p:cNvPr id="11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5840" cy="4809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Llama 3.1 8B results show significant improvement.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Phi 3.5 Mini results show improvement in start up.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5120" cy="4007160"/>
          </a:xfrm>
          <a:prstGeom prst="rect">
            <a:avLst/>
          </a:prstGeom>
          <a:ln w="0">
            <a:noFill/>
          </a:ln>
        </p:spPr>
      </p:sp>
      <p:sp>
        <p:nvSpPr>
          <p:cNvPr id="121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5840" cy="4809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gpt-oss-20b LLM was used on local hosts. Gemini 3.1 was used on Google clous.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Usage restructions on Google Cloud force users into paid-for solution.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Ollama uses PyTourch and AMD ROCm drivers to implement GPU acceleration. PyTourch has to be compiled with CUDA support. Compilation would require GCC and Clang support. Conclusion: doable but not production level.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In contrast to Ollama, LM Studio  supports AMD GPU acceleration out of the box on Windows. It is recommended by AMD.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Cloud provider outperform local host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5120" cy="4007160"/>
          </a:xfrm>
          <a:prstGeom prst="rect">
            <a:avLst/>
          </a:prstGeom>
          <a:ln w="0">
            <a:noFill/>
          </a:ln>
        </p:spPr>
      </p:sp>
      <p:sp>
        <p:nvSpPr>
          <p:cNvPr id="12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5840" cy="4809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hosting provided by LM Studio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Cloud hosting provided by Ollama Cloud and Google Cloud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Cloud models outperformed local host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All locally hosted models had same parameters: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 Temperature: 0.1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 Seed: 1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 Reasoning effort: Low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 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Gemini had default parameters.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3680" cy="4005360"/>
          </a:xfrm>
          <a:prstGeom prst="rect">
            <a:avLst/>
          </a:prstGeom>
          <a:ln w="0">
            <a:noFill/>
          </a:ln>
        </p:spPr>
      </p:sp>
      <p:sp>
        <p:nvSpPr>
          <p:cNvPr id="12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4040" cy="4807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Operator extracts private data from unstructured documents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Operator monitors quality of data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Operator is a privileged role with access to all the data.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3680" cy="4005360"/>
          </a:xfrm>
          <a:prstGeom prst="rect">
            <a:avLst/>
          </a:prstGeom>
          <a:ln w="0">
            <a:noFill/>
          </a:ln>
        </p:spPr>
      </p:sp>
      <p:sp>
        <p:nvSpPr>
          <p:cNvPr id="12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4040" cy="4807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Dual use Indexer app executed as command line script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Calls to Cloud deployed Gemini LLM consume tokens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Call to local RAG database do not consume tokens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sldImg"/>
          </p:nvPr>
        </p:nvSpPr>
        <p:spPr>
          <a:xfrm>
            <a:off x="216360" y="812520"/>
            <a:ext cx="7123320" cy="4005360"/>
          </a:xfrm>
          <a:prstGeom prst="rect">
            <a:avLst/>
          </a:prstGeom>
          <a:ln w="0">
            <a:noFill/>
          </a:ln>
        </p:spPr>
      </p:sp>
      <p:sp>
        <p:nvSpPr>
          <p:cNvPr id="12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4040" cy="4807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Hybrid architecture allows flexibility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Where the database is stored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Where the application itself is deployed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What LLM host service is used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All of these components can be configured to minimise operational expenses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3680" cy="4005360"/>
          </a:xfrm>
          <a:prstGeom prst="rect">
            <a:avLst/>
          </a:prstGeom>
          <a:ln w="0">
            <a:noFill/>
          </a:ln>
        </p:spPr>
      </p:sp>
      <p:sp>
        <p:nvSpPr>
          <p:cNvPr id="131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4040" cy="4807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Query application uses RAG database and cloud deployed LLM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Cloud access via REST API specific to the LLM provider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Answer is generated in two steps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 RAG database query to select private data set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 Combine initial query with RAG data in the final LLM query.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3680" cy="4005360"/>
          </a:xfrm>
          <a:prstGeom prst="rect">
            <a:avLst/>
          </a:prstGeom>
          <a:ln w="0">
            <a:noFill/>
          </a:ln>
        </p:spPr>
      </p:sp>
      <p:sp>
        <p:nvSpPr>
          <p:cNvPr id="13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4040" cy="4807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Original query is XSS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RAG database is queried for list of synonyms 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Returns from RAG queries create context for the final call to general LLM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3680" cy="4005360"/>
          </a:xfrm>
          <a:prstGeom prst="rect">
            <a:avLst/>
          </a:prstGeom>
          <a:ln w="0">
            <a:noFill/>
          </a:ln>
        </p:spPr>
      </p:sp>
      <p:sp>
        <p:nvSpPr>
          <p:cNvPr id="13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4040" cy="4807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Final query to general LLM asks about PCI DSS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RAG query result is incorporated as a structured input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3680" cy="4005360"/>
          </a:xfrm>
          <a:prstGeom prst="rect">
            <a:avLst/>
          </a:prstGeom>
          <a:ln w="0">
            <a:noFill/>
          </a:ln>
        </p:spPr>
      </p:sp>
      <p:sp>
        <p:nvSpPr>
          <p:cNvPr id="13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4040" cy="4807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reply from general LLM incorporates: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private data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public data in the form of PCI DSS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3680" cy="4005360"/>
          </a:xfrm>
          <a:prstGeom prst="rect">
            <a:avLst/>
          </a:prstGeom>
          <a:ln w="0">
            <a:noFill/>
          </a:ln>
        </p:spPr>
      </p:sp>
      <p:sp>
        <p:nvSpPr>
          <p:cNvPr id="13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4040" cy="4807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 example of semantic search results that illustrate the challenge of data retrieval: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The intent of the query was to retrieve all issues describing XSS vulnerabilities in the software.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The item retrieved by semantic search described potential XSS vulnerability in a third-party application “Jenkins”.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From the point of view of LLM, the answer matches the query. There is an XSS issue in Jenkins. Job well done.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From the point of view of the user, this answer is likely incorrect. The information about third-party XSS issue is not relevant to enterprise software developer. 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Blue_Cur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flipH="1" flipV="1">
            <a:off x="-5760" y="4494240"/>
            <a:ext cx="10074240" cy="1164240"/>
          </a:xfrm>
          <a:prstGeom prst="flowChartDocument">
            <a:avLst/>
          </a:prstGeom>
          <a:gradFill rotWithShape="0">
            <a:gsLst>
              <a:gs pos="0">
                <a:srgbClr val="77caee"/>
              </a:gs>
              <a:gs pos="1563">
                <a:srgbClr val="77caee"/>
              </a:gs>
              <a:gs pos="1563">
                <a:srgbClr val="75c9ee"/>
              </a:gs>
              <a:gs pos="3125">
                <a:srgbClr val="75c9ee"/>
              </a:gs>
              <a:gs pos="3125">
                <a:srgbClr val="73c9ed"/>
              </a:gs>
              <a:gs pos="4688">
                <a:srgbClr val="73c9ed"/>
              </a:gs>
              <a:gs pos="4688">
                <a:srgbClr val="71c8ed"/>
              </a:gs>
              <a:gs pos="6250">
                <a:srgbClr val="71c8ed"/>
              </a:gs>
              <a:gs pos="6250">
                <a:srgbClr val="6fc7ed"/>
              </a:gs>
              <a:gs pos="7813">
                <a:srgbClr val="6fc7ed"/>
              </a:gs>
              <a:gs pos="7813">
                <a:srgbClr val="6ec6ed"/>
              </a:gs>
              <a:gs pos="9375">
                <a:srgbClr val="6ec6ed"/>
              </a:gs>
              <a:gs pos="9375">
                <a:srgbClr val="6cc6ec"/>
              </a:gs>
              <a:gs pos="10938">
                <a:srgbClr val="6cc6ec"/>
              </a:gs>
              <a:gs pos="10938">
                <a:srgbClr val="6ac5ec"/>
              </a:gs>
              <a:gs pos="12500">
                <a:srgbClr val="6ac5ec"/>
              </a:gs>
              <a:gs pos="12500">
                <a:srgbClr val="68c4ec"/>
              </a:gs>
              <a:gs pos="14063">
                <a:srgbClr val="68c4ec"/>
              </a:gs>
              <a:gs pos="14063">
                <a:srgbClr val="66c3ec"/>
              </a:gs>
              <a:gs pos="15625">
                <a:srgbClr val="66c3ec"/>
              </a:gs>
              <a:gs pos="15625">
                <a:srgbClr val="64c3eb"/>
              </a:gs>
              <a:gs pos="17188">
                <a:srgbClr val="64c3eb"/>
              </a:gs>
              <a:gs pos="17188">
                <a:srgbClr val="62c2eb"/>
              </a:gs>
              <a:gs pos="18750">
                <a:srgbClr val="62c2eb"/>
              </a:gs>
              <a:gs pos="18750">
                <a:srgbClr val="60c1eb"/>
              </a:gs>
              <a:gs pos="20313">
                <a:srgbClr val="60c1eb"/>
              </a:gs>
              <a:gs pos="20313">
                <a:srgbClr val="5ec0ea"/>
              </a:gs>
              <a:gs pos="21875">
                <a:srgbClr val="5ec0ea"/>
              </a:gs>
              <a:gs pos="21875">
                <a:srgbClr val="5dc0ea"/>
              </a:gs>
              <a:gs pos="23438">
                <a:srgbClr val="5dc0ea"/>
              </a:gs>
              <a:gs pos="23438">
                <a:srgbClr val="5bbfea"/>
              </a:gs>
              <a:gs pos="25000">
                <a:srgbClr val="5bbfea"/>
              </a:gs>
              <a:gs pos="25000">
                <a:srgbClr val="59beea"/>
              </a:gs>
              <a:gs pos="26563">
                <a:srgbClr val="59beea"/>
              </a:gs>
              <a:gs pos="26563">
                <a:srgbClr val="57bde9"/>
              </a:gs>
              <a:gs pos="28125">
                <a:srgbClr val="57bde9"/>
              </a:gs>
              <a:gs pos="28125">
                <a:srgbClr val="55bde9"/>
              </a:gs>
              <a:gs pos="29688">
                <a:srgbClr val="55bde9"/>
              </a:gs>
              <a:gs pos="29688">
                <a:srgbClr val="53bce9"/>
              </a:gs>
              <a:gs pos="31250">
                <a:srgbClr val="53bce9"/>
              </a:gs>
              <a:gs pos="31250">
                <a:srgbClr val="51bbe9"/>
              </a:gs>
              <a:gs pos="32813">
                <a:srgbClr val="51bbe9"/>
              </a:gs>
              <a:gs pos="32813">
                <a:srgbClr val="4fbae8"/>
              </a:gs>
              <a:gs pos="34375">
                <a:srgbClr val="4fbae8"/>
              </a:gs>
              <a:gs pos="34375">
                <a:srgbClr val="4dbae8"/>
              </a:gs>
              <a:gs pos="35938">
                <a:srgbClr val="4dbae8"/>
              </a:gs>
              <a:gs pos="35938">
                <a:srgbClr val="4cb9e8"/>
              </a:gs>
              <a:gs pos="37500">
                <a:srgbClr val="4cb9e8"/>
              </a:gs>
              <a:gs pos="37500">
                <a:srgbClr val="4ab8e8"/>
              </a:gs>
              <a:gs pos="39063">
                <a:srgbClr val="4ab8e8"/>
              </a:gs>
              <a:gs pos="39063">
                <a:srgbClr val="48b7e7"/>
              </a:gs>
              <a:gs pos="40625">
                <a:srgbClr val="48b7e7"/>
              </a:gs>
              <a:gs pos="40625">
                <a:srgbClr val="46b7e7"/>
              </a:gs>
              <a:gs pos="42188">
                <a:srgbClr val="46b7e7"/>
              </a:gs>
              <a:gs pos="42188">
                <a:srgbClr val="44b6e7"/>
              </a:gs>
              <a:gs pos="43750">
                <a:srgbClr val="44b6e7"/>
              </a:gs>
              <a:gs pos="43750">
                <a:srgbClr val="42b5e6"/>
              </a:gs>
              <a:gs pos="45313">
                <a:srgbClr val="42b5e6"/>
              </a:gs>
              <a:gs pos="45313">
                <a:srgbClr val="40b4e6"/>
              </a:gs>
              <a:gs pos="46875">
                <a:srgbClr val="40b4e6"/>
              </a:gs>
              <a:gs pos="46875">
                <a:srgbClr val="3eb4e6"/>
              </a:gs>
              <a:gs pos="48438">
                <a:srgbClr val="3eb4e6"/>
              </a:gs>
              <a:gs pos="48438">
                <a:srgbClr val="3cb3e6"/>
              </a:gs>
              <a:gs pos="50000">
                <a:srgbClr val="3cb3e6"/>
              </a:gs>
              <a:gs pos="50000">
                <a:srgbClr val="3bb2e5"/>
              </a:gs>
              <a:gs pos="51563">
                <a:srgbClr val="3bb2e5"/>
              </a:gs>
              <a:gs pos="51563">
                <a:srgbClr val="39b1e5"/>
              </a:gs>
              <a:gs pos="53125">
                <a:srgbClr val="39b1e5"/>
              </a:gs>
              <a:gs pos="53125">
                <a:srgbClr val="37b1e5"/>
              </a:gs>
              <a:gs pos="54688">
                <a:srgbClr val="37b1e5"/>
              </a:gs>
              <a:gs pos="54688">
                <a:srgbClr val="35b0e5"/>
              </a:gs>
              <a:gs pos="56250">
                <a:srgbClr val="35b0e5"/>
              </a:gs>
              <a:gs pos="56250">
                <a:srgbClr val="33afe4"/>
              </a:gs>
              <a:gs pos="57813">
                <a:srgbClr val="33afe4"/>
              </a:gs>
              <a:gs pos="57813">
                <a:srgbClr val="31aee4"/>
              </a:gs>
              <a:gs pos="59375">
                <a:srgbClr val="31aee4"/>
              </a:gs>
              <a:gs pos="59375">
                <a:srgbClr val="2faee4"/>
              </a:gs>
              <a:gs pos="60938">
                <a:srgbClr val="2faee4"/>
              </a:gs>
              <a:gs pos="60938">
                <a:srgbClr val="2dade3"/>
              </a:gs>
              <a:gs pos="62500">
                <a:srgbClr val="2dade3"/>
              </a:gs>
              <a:gs pos="62500">
                <a:srgbClr val="2bace3"/>
              </a:gs>
              <a:gs pos="64063">
                <a:srgbClr val="2bace3"/>
              </a:gs>
              <a:gs pos="64063">
                <a:srgbClr val="2aabe3"/>
              </a:gs>
              <a:gs pos="65625">
                <a:srgbClr val="2aabe3"/>
              </a:gs>
              <a:gs pos="65625">
                <a:srgbClr val="28abe3"/>
              </a:gs>
              <a:gs pos="67188">
                <a:srgbClr val="28abe3"/>
              </a:gs>
              <a:gs pos="67188">
                <a:srgbClr val="26aae2"/>
              </a:gs>
              <a:gs pos="68750">
                <a:srgbClr val="26aae2"/>
              </a:gs>
              <a:gs pos="68750">
                <a:srgbClr val="24a9e2"/>
              </a:gs>
              <a:gs pos="70313">
                <a:srgbClr val="24a9e2"/>
              </a:gs>
              <a:gs pos="70313">
                <a:srgbClr val="22a8e2"/>
              </a:gs>
              <a:gs pos="71875">
                <a:srgbClr val="22a8e2"/>
              </a:gs>
              <a:gs pos="71875">
                <a:srgbClr val="20a8e2"/>
              </a:gs>
              <a:gs pos="73438">
                <a:srgbClr val="20a8e2"/>
              </a:gs>
              <a:gs pos="73438">
                <a:srgbClr val="1ea7e1"/>
              </a:gs>
              <a:gs pos="75000">
                <a:srgbClr val="1ea7e1"/>
              </a:gs>
              <a:gs pos="75000">
                <a:srgbClr val="1ca6e1"/>
              </a:gs>
              <a:gs pos="76563">
                <a:srgbClr val="1ca6e1"/>
              </a:gs>
              <a:gs pos="76563">
                <a:srgbClr val="1aa5e1"/>
              </a:gs>
              <a:gs pos="78125">
                <a:srgbClr val="1aa5e1"/>
              </a:gs>
              <a:gs pos="78125">
                <a:srgbClr val="19a5e1"/>
              </a:gs>
              <a:gs pos="79688">
                <a:srgbClr val="19a5e1"/>
              </a:gs>
              <a:gs pos="79688">
                <a:srgbClr val="17a4e0"/>
              </a:gs>
              <a:gs pos="81250">
                <a:srgbClr val="17a4e0"/>
              </a:gs>
              <a:gs pos="81250">
                <a:srgbClr val="15a3e0"/>
              </a:gs>
              <a:gs pos="82813">
                <a:srgbClr val="15a3e0"/>
              </a:gs>
              <a:gs pos="82813">
                <a:srgbClr val="13a2e0"/>
              </a:gs>
              <a:gs pos="84375">
                <a:srgbClr val="13a2e0"/>
              </a:gs>
              <a:gs pos="84375">
                <a:srgbClr val="11a2df"/>
              </a:gs>
              <a:gs pos="85938">
                <a:srgbClr val="11a2df"/>
              </a:gs>
              <a:gs pos="85938">
                <a:srgbClr val="0fa1df"/>
              </a:gs>
              <a:gs pos="87500">
                <a:srgbClr val="0fa1df"/>
              </a:gs>
              <a:gs pos="87500">
                <a:srgbClr val="0da0df"/>
              </a:gs>
              <a:gs pos="89063">
                <a:srgbClr val="0da0df"/>
              </a:gs>
              <a:gs pos="89063">
                <a:srgbClr val="0b9fdf"/>
              </a:gs>
              <a:gs pos="90625">
                <a:srgbClr val="0b9fdf"/>
              </a:gs>
              <a:gs pos="90625">
                <a:srgbClr val="099fde"/>
              </a:gs>
              <a:gs pos="92188">
                <a:srgbClr val="099fde"/>
              </a:gs>
              <a:gs pos="92188">
                <a:srgbClr val="089ede"/>
              </a:gs>
              <a:gs pos="93750">
                <a:srgbClr val="089ede"/>
              </a:gs>
              <a:gs pos="93750">
                <a:srgbClr val="069dde"/>
              </a:gs>
              <a:gs pos="95313">
                <a:srgbClr val="069dde"/>
              </a:gs>
              <a:gs pos="95313">
                <a:srgbClr val="049cde"/>
              </a:gs>
              <a:gs pos="96875">
                <a:srgbClr val="049cde"/>
              </a:gs>
              <a:gs pos="96875">
                <a:srgbClr val="029cdd"/>
              </a:gs>
              <a:gs pos="98438">
                <a:srgbClr val="029cdd"/>
              </a:gs>
              <a:gs pos="98438">
                <a:srgbClr val="009bdd"/>
              </a:gs>
              <a:gs pos="100000">
                <a:srgbClr val="009bdd"/>
              </a:gs>
            </a:gsLst>
            <a:lin ang="10800000"/>
          </a:gradFill>
          <a:ln w="18000">
            <a:noFill/>
          </a:ln>
          <a:effectLst>
            <a:outerShdw dir="5400000" dist="10800" rotWithShape="0">
              <a:srgbClr val="009bdd"/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AU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0" y="1620000"/>
            <a:ext cx="8994240" cy="10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3300" b="0" u="none" strike="noStrike">
                <a:solidFill>
                  <a:srgbClr val="dd4100"/>
                </a:solidFill>
                <a:effectLst/>
                <a:uFillTx/>
                <a:latin typeface="Arial"/>
              </a:rPr>
              <a:t>Click to edit the title text format</a:t>
            </a:r>
            <a:endParaRPr lang="en-A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360000" y="2880000"/>
            <a:ext cx="9354240" cy="161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19999"/>
          </a:bodyPr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AU" sz="24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Click to edit the outline text format</a:t>
            </a:r>
            <a:endParaRPr lang="en-A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85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AU" sz="21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Second Outline Level</a:t>
            </a:r>
            <a:endParaRPr lang="en-AU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635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AU" sz="18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Third Outline Level</a:t>
            </a:r>
            <a:endParaRPr lang="en-A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422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AU" sz="15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Fourth Outline Level</a:t>
            </a:r>
            <a:endParaRPr lang="en-A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AU" sz="15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Fifth Outline Level</a:t>
            </a:r>
            <a:endParaRPr lang="en-A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AU" sz="15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Sixth Outline Level</a:t>
            </a:r>
            <a:endParaRPr lang="en-A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AU" sz="15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Seventh Outline Level</a:t>
            </a:r>
            <a:endParaRPr lang="en-A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3"/>
          <p:cNvSpPr>
            <a:spLocks noGrp="1"/>
          </p:cNvSpPr>
          <p:nvPr>
            <p:ph type="dt" idx="1"/>
          </p:nvPr>
        </p:nvSpPr>
        <p:spPr>
          <a:xfrm>
            <a:off x="360000" y="5220000"/>
            <a:ext cx="2334240" cy="35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lang="en-AU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&lt;date/time&gt;</a:t>
            </a:r>
            <a:endParaRPr lang="en-A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4"/>
          <p:cNvSpPr>
            <a:spLocks noGrp="1"/>
          </p:cNvSpPr>
          <p:nvPr>
            <p:ph type="ftr" idx="2"/>
          </p:nvPr>
        </p:nvSpPr>
        <p:spPr>
          <a:xfrm>
            <a:off x="3420000" y="5220000"/>
            <a:ext cx="3234240" cy="35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AU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&lt;footer&gt;</a:t>
            </a:r>
            <a:endParaRPr lang="en-A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5"/>
          <p:cNvSpPr>
            <a:spLocks noGrp="1"/>
          </p:cNvSpPr>
          <p:nvPr>
            <p:ph type="sldNum" idx="3"/>
          </p:nvPr>
        </p:nvSpPr>
        <p:spPr>
          <a:xfrm>
            <a:off x="7380000" y="5220000"/>
            <a:ext cx="2334240" cy="35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AU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7AE0033-3FD9-4CC4-A458-EEBC0F3A8BCD}" type="slidenum">
              <a:rPr lang="en-AU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&lt;number&gt;</a:t>
            </a:fld>
            <a:endParaRPr lang="en-A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"/>
          <p:cNvSpPr/>
          <p:nvPr/>
        </p:nvSpPr>
        <p:spPr>
          <a:xfrm flipH="1" flipV="1">
            <a:off x="-5760" y="4494240"/>
            <a:ext cx="10074240" cy="1164240"/>
          </a:xfrm>
          <a:prstGeom prst="flowChartDocument">
            <a:avLst/>
          </a:prstGeom>
          <a:gradFill rotWithShape="0">
            <a:gsLst>
              <a:gs pos="0">
                <a:srgbClr val="77caee"/>
              </a:gs>
              <a:gs pos="1563">
                <a:srgbClr val="77caee"/>
              </a:gs>
              <a:gs pos="1563">
                <a:srgbClr val="75c9ee"/>
              </a:gs>
              <a:gs pos="3125">
                <a:srgbClr val="75c9ee"/>
              </a:gs>
              <a:gs pos="3125">
                <a:srgbClr val="73c9ed"/>
              </a:gs>
              <a:gs pos="4688">
                <a:srgbClr val="73c9ed"/>
              </a:gs>
              <a:gs pos="4688">
                <a:srgbClr val="71c8ed"/>
              </a:gs>
              <a:gs pos="6250">
                <a:srgbClr val="71c8ed"/>
              </a:gs>
              <a:gs pos="6250">
                <a:srgbClr val="6fc7ed"/>
              </a:gs>
              <a:gs pos="7813">
                <a:srgbClr val="6fc7ed"/>
              </a:gs>
              <a:gs pos="7813">
                <a:srgbClr val="6ec6ed"/>
              </a:gs>
              <a:gs pos="9375">
                <a:srgbClr val="6ec6ed"/>
              </a:gs>
              <a:gs pos="9375">
                <a:srgbClr val="6cc6ec"/>
              </a:gs>
              <a:gs pos="10938">
                <a:srgbClr val="6cc6ec"/>
              </a:gs>
              <a:gs pos="10938">
                <a:srgbClr val="6ac5ec"/>
              </a:gs>
              <a:gs pos="12500">
                <a:srgbClr val="6ac5ec"/>
              </a:gs>
              <a:gs pos="12500">
                <a:srgbClr val="68c4ec"/>
              </a:gs>
              <a:gs pos="14063">
                <a:srgbClr val="68c4ec"/>
              </a:gs>
              <a:gs pos="14063">
                <a:srgbClr val="66c3ec"/>
              </a:gs>
              <a:gs pos="15625">
                <a:srgbClr val="66c3ec"/>
              </a:gs>
              <a:gs pos="15625">
                <a:srgbClr val="64c3eb"/>
              </a:gs>
              <a:gs pos="17188">
                <a:srgbClr val="64c3eb"/>
              </a:gs>
              <a:gs pos="17188">
                <a:srgbClr val="62c2eb"/>
              </a:gs>
              <a:gs pos="18750">
                <a:srgbClr val="62c2eb"/>
              </a:gs>
              <a:gs pos="18750">
                <a:srgbClr val="60c1eb"/>
              </a:gs>
              <a:gs pos="20313">
                <a:srgbClr val="60c1eb"/>
              </a:gs>
              <a:gs pos="20313">
                <a:srgbClr val="5ec0ea"/>
              </a:gs>
              <a:gs pos="21875">
                <a:srgbClr val="5ec0ea"/>
              </a:gs>
              <a:gs pos="21875">
                <a:srgbClr val="5dc0ea"/>
              </a:gs>
              <a:gs pos="23438">
                <a:srgbClr val="5dc0ea"/>
              </a:gs>
              <a:gs pos="23438">
                <a:srgbClr val="5bbfea"/>
              </a:gs>
              <a:gs pos="25000">
                <a:srgbClr val="5bbfea"/>
              </a:gs>
              <a:gs pos="25000">
                <a:srgbClr val="59beea"/>
              </a:gs>
              <a:gs pos="26563">
                <a:srgbClr val="59beea"/>
              </a:gs>
              <a:gs pos="26563">
                <a:srgbClr val="57bde9"/>
              </a:gs>
              <a:gs pos="28125">
                <a:srgbClr val="57bde9"/>
              </a:gs>
              <a:gs pos="28125">
                <a:srgbClr val="55bde9"/>
              </a:gs>
              <a:gs pos="29688">
                <a:srgbClr val="55bde9"/>
              </a:gs>
              <a:gs pos="29688">
                <a:srgbClr val="53bce9"/>
              </a:gs>
              <a:gs pos="31250">
                <a:srgbClr val="53bce9"/>
              </a:gs>
              <a:gs pos="31250">
                <a:srgbClr val="51bbe9"/>
              </a:gs>
              <a:gs pos="32813">
                <a:srgbClr val="51bbe9"/>
              </a:gs>
              <a:gs pos="32813">
                <a:srgbClr val="4fbae8"/>
              </a:gs>
              <a:gs pos="34375">
                <a:srgbClr val="4fbae8"/>
              </a:gs>
              <a:gs pos="34375">
                <a:srgbClr val="4dbae8"/>
              </a:gs>
              <a:gs pos="35938">
                <a:srgbClr val="4dbae8"/>
              </a:gs>
              <a:gs pos="35938">
                <a:srgbClr val="4cb9e8"/>
              </a:gs>
              <a:gs pos="37500">
                <a:srgbClr val="4cb9e8"/>
              </a:gs>
              <a:gs pos="37500">
                <a:srgbClr val="4ab8e8"/>
              </a:gs>
              <a:gs pos="39063">
                <a:srgbClr val="4ab8e8"/>
              </a:gs>
              <a:gs pos="39063">
                <a:srgbClr val="48b7e7"/>
              </a:gs>
              <a:gs pos="40625">
                <a:srgbClr val="48b7e7"/>
              </a:gs>
              <a:gs pos="40625">
                <a:srgbClr val="46b7e7"/>
              </a:gs>
              <a:gs pos="42188">
                <a:srgbClr val="46b7e7"/>
              </a:gs>
              <a:gs pos="42188">
                <a:srgbClr val="44b6e7"/>
              </a:gs>
              <a:gs pos="43750">
                <a:srgbClr val="44b6e7"/>
              </a:gs>
              <a:gs pos="43750">
                <a:srgbClr val="42b5e6"/>
              </a:gs>
              <a:gs pos="45313">
                <a:srgbClr val="42b5e6"/>
              </a:gs>
              <a:gs pos="45313">
                <a:srgbClr val="40b4e6"/>
              </a:gs>
              <a:gs pos="46875">
                <a:srgbClr val="40b4e6"/>
              </a:gs>
              <a:gs pos="46875">
                <a:srgbClr val="3eb4e6"/>
              </a:gs>
              <a:gs pos="48438">
                <a:srgbClr val="3eb4e6"/>
              </a:gs>
              <a:gs pos="48438">
                <a:srgbClr val="3cb3e6"/>
              </a:gs>
              <a:gs pos="50000">
                <a:srgbClr val="3cb3e6"/>
              </a:gs>
              <a:gs pos="50000">
                <a:srgbClr val="3bb2e5"/>
              </a:gs>
              <a:gs pos="51563">
                <a:srgbClr val="3bb2e5"/>
              </a:gs>
              <a:gs pos="51563">
                <a:srgbClr val="39b1e5"/>
              </a:gs>
              <a:gs pos="53125">
                <a:srgbClr val="39b1e5"/>
              </a:gs>
              <a:gs pos="53125">
                <a:srgbClr val="37b1e5"/>
              </a:gs>
              <a:gs pos="54688">
                <a:srgbClr val="37b1e5"/>
              </a:gs>
              <a:gs pos="54688">
                <a:srgbClr val="35b0e5"/>
              </a:gs>
              <a:gs pos="56250">
                <a:srgbClr val="35b0e5"/>
              </a:gs>
              <a:gs pos="56250">
                <a:srgbClr val="33afe4"/>
              </a:gs>
              <a:gs pos="57813">
                <a:srgbClr val="33afe4"/>
              </a:gs>
              <a:gs pos="57813">
                <a:srgbClr val="31aee4"/>
              </a:gs>
              <a:gs pos="59375">
                <a:srgbClr val="31aee4"/>
              </a:gs>
              <a:gs pos="59375">
                <a:srgbClr val="2faee4"/>
              </a:gs>
              <a:gs pos="60938">
                <a:srgbClr val="2faee4"/>
              </a:gs>
              <a:gs pos="60938">
                <a:srgbClr val="2dade3"/>
              </a:gs>
              <a:gs pos="62500">
                <a:srgbClr val="2dade3"/>
              </a:gs>
              <a:gs pos="62500">
                <a:srgbClr val="2bace3"/>
              </a:gs>
              <a:gs pos="64063">
                <a:srgbClr val="2bace3"/>
              </a:gs>
              <a:gs pos="64063">
                <a:srgbClr val="2aabe3"/>
              </a:gs>
              <a:gs pos="65625">
                <a:srgbClr val="2aabe3"/>
              </a:gs>
              <a:gs pos="65625">
                <a:srgbClr val="28abe3"/>
              </a:gs>
              <a:gs pos="67188">
                <a:srgbClr val="28abe3"/>
              </a:gs>
              <a:gs pos="67188">
                <a:srgbClr val="26aae2"/>
              </a:gs>
              <a:gs pos="68750">
                <a:srgbClr val="26aae2"/>
              </a:gs>
              <a:gs pos="68750">
                <a:srgbClr val="24a9e2"/>
              </a:gs>
              <a:gs pos="70313">
                <a:srgbClr val="24a9e2"/>
              </a:gs>
              <a:gs pos="70313">
                <a:srgbClr val="22a8e2"/>
              </a:gs>
              <a:gs pos="71875">
                <a:srgbClr val="22a8e2"/>
              </a:gs>
              <a:gs pos="71875">
                <a:srgbClr val="20a8e2"/>
              </a:gs>
              <a:gs pos="73438">
                <a:srgbClr val="20a8e2"/>
              </a:gs>
              <a:gs pos="73438">
                <a:srgbClr val="1ea7e1"/>
              </a:gs>
              <a:gs pos="75000">
                <a:srgbClr val="1ea7e1"/>
              </a:gs>
              <a:gs pos="75000">
                <a:srgbClr val="1ca6e1"/>
              </a:gs>
              <a:gs pos="76563">
                <a:srgbClr val="1ca6e1"/>
              </a:gs>
              <a:gs pos="76563">
                <a:srgbClr val="1aa5e1"/>
              </a:gs>
              <a:gs pos="78125">
                <a:srgbClr val="1aa5e1"/>
              </a:gs>
              <a:gs pos="78125">
                <a:srgbClr val="19a5e1"/>
              </a:gs>
              <a:gs pos="79688">
                <a:srgbClr val="19a5e1"/>
              </a:gs>
              <a:gs pos="79688">
                <a:srgbClr val="17a4e0"/>
              </a:gs>
              <a:gs pos="81250">
                <a:srgbClr val="17a4e0"/>
              </a:gs>
              <a:gs pos="81250">
                <a:srgbClr val="15a3e0"/>
              </a:gs>
              <a:gs pos="82813">
                <a:srgbClr val="15a3e0"/>
              </a:gs>
              <a:gs pos="82813">
                <a:srgbClr val="13a2e0"/>
              </a:gs>
              <a:gs pos="84375">
                <a:srgbClr val="13a2e0"/>
              </a:gs>
              <a:gs pos="84375">
                <a:srgbClr val="11a2df"/>
              </a:gs>
              <a:gs pos="85938">
                <a:srgbClr val="11a2df"/>
              </a:gs>
              <a:gs pos="85938">
                <a:srgbClr val="0fa1df"/>
              </a:gs>
              <a:gs pos="87500">
                <a:srgbClr val="0fa1df"/>
              </a:gs>
              <a:gs pos="87500">
                <a:srgbClr val="0da0df"/>
              </a:gs>
              <a:gs pos="89063">
                <a:srgbClr val="0da0df"/>
              </a:gs>
              <a:gs pos="89063">
                <a:srgbClr val="0b9fdf"/>
              </a:gs>
              <a:gs pos="90625">
                <a:srgbClr val="0b9fdf"/>
              </a:gs>
              <a:gs pos="90625">
                <a:srgbClr val="099fde"/>
              </a:gs>
              <a:gs pos="92188">
                <a:srgbClr val="099fde"/>
              </a:gs>
              <a:gs pos="92188">
                <a:srgbClr val="089ede"/>
              </a:gs>
              <a:gs pos="93750">
                <a:srgbClr val="089ede"/>
              </a:gs>
              <a:gs pos="93750">
                <a:srgbClr val="069dde"/>
              </a:gs>
              <a:gs pos="95313">
                <a:srgbClr val="069dde"/>
              </a:gs>
              <a:gs pos="95313">
                <a:srgbClr val="049cde"/>
              </a:gs>
              <a:gs pos="96875">
                <a:srgbClr val="049cde"/>
              </a:gs>
              <a:gs pos="96875">
                <a:srgbClr val="029cdd"/>
              </a:gs>
              <a:gs pos="98438">
                <a:srgbClr val="029cdd"/>
              </a:gs>
              <a:gs pos="98438">
                <a:srgbClr val="009bdd"/>
              </a:gs>
              <a:gs pos="100000">
                <a:srgbClr val="009bdd"/>
              </a:gs>
            </a:gsLst>
            <a:lin ang="10800000"/>
          </a:gradFill>
          <a:ln w="18000">
            <a:noFill/>
          </a:ln>
          <a:effectLst>
            <a:outerShdw dir="5400000" dist="10800" rotWithShape="0">
              <a:srgbClr val="009bdd"/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AU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0" y="1620000"/>
            <a:ext cx="8994240" cy="10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3300" b="0" u="none" strike="noStrike">
                <a:solidFill>
                  <a:srgbClr val="dd4100"/>
                </a:solidFill>
                <a:effectLst/>
                <a:uFillTx/>
                <a:latin typeface="Arial"/>
              </a:rPr>
              <a:t>Click to edit the title text format</a:t>
            </a:r>
            <a:endParaRPr lang="en-A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360000" y="2880000"/>
            <a:ext cx="9354240" cy="161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19999"/>
          </a:bodyPr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AU" sz="24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Click to edit the outline text format</a:t>
            </a:r>
            <a:endParaRPr lang="en-A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85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AU" sz="21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Second Outline Level</a:t>
            </a:r>
            <a:endParaRPr lang="en-AU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635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AU" sz="18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Third Outline Level</a:t>
            </a:r>
            <a:endParaRPr lang="en-A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422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AU" sz="15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Fourth Outline Level</a:t>
            </a:r>
            <a:endParaRPr lang="en-A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AU" sz="15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Fifth Outline Level</a:t>
            </a:r>
            <a:endParaRPr lang="en-A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AU" sz="15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Sixth Outline Level</a:t>
            </a:r>
            <a:endParaRPr lang="en-A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AU" sz="15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Seventh Outline Level</a:t>
            </a:r>
            <a:endParaRPr lang="en-A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dt" idx="4"/>
          </p:nvPr>
        </p:nvSpPr>
        <p:spPr>
          <a:xfrm>
            <a:off x="360000" y="5220000"/>
            <a:ext cx="2334240" cy="35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lang="en-AU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&lt;date/time&gt;</a:t>
            </a:r>
            <a:endParaRPr lang="en-A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ftr" idx="5"/>
          </p:nvPr>
        </p:nvSpPr>
        <p:spPr>
          <a:xfrm>
            <a:off x="3420000" y="5220000"/>
            <a:ext cx="3234240" cy="35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AU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&lt;footer&gt;</a:t>
            </a:r>
            <a:endParaRPr lang="en-A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sldNum" idx="6"/>
          </p:nvPr>
        </p:nvSpPr>
        <p:spPr>
          <a:xfrm>
            <a:off x="7380000" y="5220000"/>
            <a:ext cx="2334240" cy="35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AU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AADD3EF-4FDB-4E05-93D5-C219AA6BADD6}" type="slidenum">
              <a:rPr lang="en-AU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&lt;number&gt;</a:t>
            </a:fld>
            <a:endParaRPr lang="en-A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Blue_Curve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"/>
          <p:cNvSpPr/>
          <p:nvPr/>
        </p:nvSpPr>
        <p:spPr>
          <a:xfrm>
            <a:off x="0" y="0"/>
            <a:ext cx="10071000" cy="714240"/>
          </a:xfrm>
          <a:prstGeom prst="rect">
            <a:avLst/>
          </a:prstGeom>
          <a:gradFill rotWithShape="0">
            <a:gsLst>
              <a:gs pos="0">
                <a:srgbClr val="77caee"/>
              </a:gs>
              <a:gs pos="1563">
                <a:srgbClr val="77caee"/>
              </a:gs>
              <a:gs pos="1563">
                <a:srgbClr val="75c9ee"/>
              </a:gs>
              <a:gs pos="3125">
                <a:srgbClr val="75c9ee"/>
              </a:gs>
              <a:gs pos="3125">
                <a:srgbClr val="73c9ed"/>
              </a:gs>
              <a:gs pos="4688">
                <a:srgbClr val="73c9ed"/>
              </a:gs>
              <a:gs pos="4688">
                <a:srgbClr val="71c8ed"/>
              </a:gs>
              <a:gs pos="6250">
                <a:srgbClr val="71c8ed"/>
              </a:gs>
              <a:gs pos="6250">
                <a:srgbClr val="6fc7ed"/>
              </a:gs>
              <a:gs pos="7813">
                <a:srgbClr val="6fc7ed"/>
              </a:gs>
              <a:gs pos="7813">
                <a:srgbClr val="6ec6ed"/>
              </a:gs>
              <a:gs pos="9375">
                <a:srgbClr val="6ec6ed"/>
              </a:gs>
              <a:gs pos="9375">
                <a:srgbClr val="6cc6ec"/>
              </a:gs>
              <a:gs pos="10938">
                <a:srgbClr val="6cc6ec"/>
              </a:gs>
              <a:gs pos="10938">
                <a:srgbClr val="6ac5ec"/>
              </a:gs>
              <a:gs pos="12500">
                <a:srgbClr val="6ac5ec"/>
              </a:gs>
              <a:gs pos="12500">
                <a:srgbClr val="68c4ec"/>
              </a:gs>
              <a:gs pos="14063">
                <a:srgbClr val="68c4ec"/>
              </a:gs>
              <a:gs pos="14063">
                <a:srgbClr val="66c3ec"/>
              </a:gs>
              <a:gs pos="15625">
                <a:srgbClr val="66c3ec"/>
              </a:gs>
              <a:gs pos="15625">
                <a:srgbClr val="64c3eb"/>
              </a:gs>
              <a:gs pos="17188">
                <a:srgbClr val="64c3eb"/>
              </a:gs>
              <a:gs pos="17188">
                <a:srgbClr val="62c2eb"/>
              </a:gs>
              <a:gs pos="18750">
                <a:srgbClr val="62c2eb"/>
              </a:gs>
              <a:gs pos="18750">
                <a:srgbClr val="60c1eb"/>
              </a:gs>
              <a:gs pos="20313">
                <a:srgbClr val="60c1eb"/>
              </a:gs>
              <a:gs pos="20313">
                <a:srgbClr val="5ec0ea"/>
              </a:gs>
              <a:gs pos="21875">
                <a:srgbClr val="5ec0ea"/>
              </a:gs>
              <a:gs pos="21875">
                <a:srgbClr val="5dc0ea"/>
              </a:gs>
              <a:gs pos="23438">
                <a:srgbClr val="5dc0ea"/>
              </a:gs>
              <a:gs pos="23438">
                <a:srgbClr val="5bbfea"/>
              </a:gs>
              <a:gs pos="25000">
                <a:srgbClr val="5bbfea"/>
              </a:gs>
              <a:gs pos="25000">
                <a:srgbClr val="59beea"/>
              </a:gs>
              <a:gs pos="26563">
                <a:srgbClr val="59beea"/>
              </a:gs>
              <a:gs pos="26563">
                <a:srgbClr val="57bde9"/>
              </a:gs>
              <a:gs pos="28125">
                <a:srgbClr val="57bde9"/>
              </a:gs>
              <a:gs pos="28125">
                <a:srgbClr val="55bde9"/>
              </a:gs>
              <a:gs pos="29688">
                <a:srgbClr val="55bde9"/>
              </a:gs>
              <a:gs pos="29688">
                <a:srgbClr val="53bce9"/>
              </a:gs>
              <a:gs pos="31250">
                <a:srgbClr val="53bce9"/>
              </a:gs>
              <a:gs pos="31250">
                <a:srgbClr val="51bbe9"/>
              </a:gs>
              <a:gs pos="32813">
                <a:srgbClr val="51bbe9"/>
              </a:gs>
              <a:gs pos="32813">
                <a:srgbClr val="4fbae8"/>
              </a:gs>
              <a:gs pos="34375">
                <a:srgbClr val="4fbae8"/>
              </a:gs>
              <a:gs pos="34375">
                <a:srgbClr val="4dbae8"/>
              </a:gs>
              <a:gs pos="35938">
                <a:srgbClr val="4dbae8"/>
              </a:gs>
              <a:gs pos="35938">
                <a:srgbClr val="4cb9e8"/>
              </a:gs>
              <a:gs pos="37500">
                <a:srgbClr val="4cb9e8"/>
              </a:gs>
              <a:gs pos="37500">
                <a:srgbClr val="4ab8e8"/>
              </a:gs>
              <a:gs pos="39063">
                <a:srgbClr val="4ab8e8"/>
              </a:gs>
              <a:gs pos="39063">
                <a:srgbClr val="48b7e7"/>
              </a:gs>
              <a:gs pos="40625">
                <a:srgbClr val="48b7e7"/>
              </a:gs>
              <a:gs pos="40625">
                <a:srgbClr val="46b7e7"/>
              </a:gs>
              <a:gs pos="42188">
                <a:srgbClr val="46b7e7"/>
              </a:gs>
              <a:gs pos="42188">
                <a:srgbClr val="44b6e7"/>
              </a:gs>
              <a:gs pos="43750">
                <a:srgbClr val="44b6e7"/>
              </a:gs>
              <a:gs pos="43750">
                <a:srgbClr val="42b5e6"/>
              </a:gs>
              <a:gs pos="45313">
                <a:srgbClr val="42b5e6"/>
              </a:gs>
              <a:gs pos="45313">
                <a:srgbClr val="40b4e6"/>
              </a:gs>
              <a:gs pos="46875">
                <a:srgbClr val="40b4e6"/>
              </a:gs>
              <a:gs pos="46875">
                <a:srgbClr val="3eb4e6"/>
              </a:gs>
              <a:gs pos="48438">
                <a:srgbClr val="3eb4e6"/>
              </a:gs>
              <a:gs pos="48438">
                <a:srgbClr val="3cb3e6"/>
              </a:gs>
              <a:gs pos="50000">
                <a:srgbClr val="3cb3e6"/>
              </a:gs>
              <a:gs pos="50000">
                <a:srgbClr val="3bb2e5"/>
              </a:gs>
              <a:gs pos="51563">
                <a:srgbClr val="3bb2e5"/>
              </a:gs>
              <a:gs pos="51563">
                <a:srgbClr val="39b1e5"/>
              </a:gs>
              <a:gs pos="53125">
                <a:srgbClr val="39b1e5"/>
              </a:gs>
              <a:gs pos="53125">
                <a:srgbClr val="37b1e5"/>
              </a:gs>
              <a:gs pos="54688">
                <a:srgbClr val="37b1e5"/>
              </a:gs>
              <a:gs pos="54688">
                <a:srgbClr val="35b0e5"/>
              </a:gs>
              <a:gs pos="56250">
                <a:srgbClr val="35b0e5"/>
              </a:gs>
              <a:gs pos="56250">
                <a:srgbClr val="33afe4"/>
              </a:gs>
              <a:gs pos="57813">
                <a:srgbClr val="33afe4"/>
              </a:gs>
              <a:gs pos="57813">
                <a:srgbClr val="31aee4"/>
              </a:gs>
              <a:gs pos="59375">
                <a:srgbClr val="31aee4"/>
              </a:gs>
              <a:gs pos="59375">
                <a:srgbClr val="2faee4"/>
              </a:gs>
              <a:gs pos="60938">
                <a:srgbClr val="2faee4"/>
              </a:gs>
              <a:gs pos="60938">
                <a:srgbClr val="2dade3"/>
              </a:gs>
              <a:gs pos="62500">
                <a:srgbClr val="2dade3"/>
              </a:gs>
              <a:gs pos="62500">
                <a:srgbClr val="2bace3"/>
              </a:gs>
              <a:gs pos="64063">
                <a:srgbClr val="2bace3"/>
              </a:gs>
              <a:gs pos="64063">
                <a:srgbClr val="2aabe3"/>
              </a:gs>
              <a:gs pos="65625">
                <a:srgbClr val="2aabe3"/>
              </a:gs>
              <a:gs pos="65625">
                <a:srgbClr val="28abe3"/>
              </a:gs>
              <a:gs pos="67188">
                <a:srgbClr val="28abe3"/>
              </a:gs>
              <a:gs pos="67188">
                <a:srgbClr val="26aae2"/>
              </a:gs>
              <a:gs pos="68750">
                <a:srgbClr val="26aae2"/>
              </a:gs>
              <a:gs pos="68750">
                <a:srgbClr val="24a9e2"/>
              </a:gs>
              <a:gs pos="70313">
                <a:srgbClr val="24a9e2"/>
              </a:gs>
              <a:gs pos="70313">
                <a:srgbClr val="22a8e2"/>
              </a:gs>
              <a:gs pos="71875">
                <a:srgbClr val="22a8e2"/>
              </a:gs>
              <a:gs pos="71875">
                <a:srgbClr val="20a8e2"/>
              </a:gs>
              <a:gs pos="73438">
                <a:srgbClr val="20a8e2"/>
              </a:gs>
              <a:gs pos="73438">
                <a:srgbClr val="1ea7e1"/>
              </a:gs>
              <a:gs pos="75000">
                <a:srgbClr val="1ea7e1"/>
              </a:gs>
              <a:gs pos="75000">
                <a:srgbClr val="1ca6e1"/>
              </a:gs>
              <a:gs pos="76563">
                <a:srgbClr val="1ca6e1"/>
              </a:gs>
              <a:gs pos="76563">
                <a:srgbClr val="1aa5e1"/>
              </a:gs>
              <a:gs pos="78125">
                <a:srgbClr val="1aa5e1"/>
              </a:gs>
              <a:gs pos="78125">
                <a:srgbClr val="19a5e1"/>
              </a:gs>
              <a:gs pos="79688">
                <a:srgbClr val="19a5e1"/>
              </a:gs>
              <a:gs pos="79688">
                <a:srgbClr val="17a4e0"/>
              </a:gs>
              <a:gs pos="81250">
                <a:srgbClr val="17a4e0"/>
              </a:gs>
              <a:gs pos="81250">
                <a:srgbClr val="15a3e0"/>
              </a:gs>
              <a:gs pos="82813">
                <a:srgbClr val="15a3e0"/>
              </a:gs>
              <a:gs pos="82813">
                <a:srgbClr val="13a2e0"/>
              </a:gs>
              <a:gs pos="84375">
                <a:srgbClr val="13a2e0"/>
              </a:gs>
              <a:gs pos="84375">
                <a:srgbClr val="11a2df"/>
              </a:gs>
              <a:gs pos="85938">
                <a:srgbClr val="11a2df"/>
              </a:gs>
              <a:gs pos="85938">
                <a:srgbClr val="0fa1df"/>
              </a:gs>
              <a:gs pos="87500">
                <a:srgbClr val="0fa1df"/>
              </a:gs>
              <a:gs pos="87500">
                <a:srgbClr val="0da0df"/>
              </a:gs>
              <a:gs pos="89063">
                <a:srgbClr val="0da0df"/>
              </a:gs>
              <a:gs pos="89063">
                <a:srgbClr val="0b9fdf"/>
              </a:gs>
              <a:gs pos="90625">
                <a:srgbClr val="0b9fdf"/>
              </a:gs>
              <a:gs pos="90625">
                <a:srgbClr val="099fde"/>
              </a:gs>
              <a:gs pos="92188">
                <a:srgbClr val="099fde"/>
              </a:gs>
              <a:gs pos="92188">
                <a:srgbClr val="089ede"/>
              </a:gs>
              <a:gs pos="93750">
                <a:srgbClr val="089ede"/>
              </a:gs>
              <a:gs pos="93750">
                <a:srgbClr val="069dde"/>
              </a:gs>
              <a:gs pos="95313">
                <a:srgbClr val="069dde"/>
              </a:gs>
              <a:gs pos="95313">
                <a:srgbClr val="049cde"/>
              </a:gs>
              <a:gs pos="96875">
                <a:srgbClr val="049cde"/>
              </a:gs>
              <a:gs pos="96875">
                <a:srgbClr val="029cdd"/>
              </a:gs>
              <a:gs pos="98438">
                <a:srgbClr val="029cdd"/>
              </a:gs>
              <a:gs pos="98438">
                <a:srgbClr val="009bdd"/>
              </a:gs>
              <a:gs pos="100000">
                <a:srgbClr val="009bdd"/>
              </a:gs>
            </a:gsLst>
            <a:lin ang="10800000"/>
          </a:gradFill>
          <a:ln w="18000">
            <a:noFill/>
          </a:ln>
          <a:effectLst>
            <a:outerShdw dir="5400000" dist="10800" rotWithShape="0">
              <a:srgbClr val="009bdd"/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AU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5" name=""/>
          <p:cNvSpPr/>
          <p:nvPr/>
        </p:nvSpPr>
        <p:spPr>
          <a:xfrm>
            <a:off x="3240" y="5040000"/>
            <a:ext cx="10071000" cy="625680"/>
          </a:xfrm>
          <a:prstGeom prst="rect">
            <a:avLst/>
          </a:prstGeom>
          <a:gradFill rotWithShape="0">
            <a:gsLst>
              <a:gs pos="0">
                <a:srgbClr val="77caee"/>
              </a:gs>
              <a:gs pos="1563">
                <a:srgbClr val="77caee"/>
              </a:gs>
              <a:gs pos="1563">
                <a:srgbClr val="75c9ee"/>
              </a:gs>
              <a:gs pos="3125">
                <a:srgbClr val="75c9ee"/>
              </a:gs>
              <a:gs pos="3125">
                <a:srgbClr val="73c9ed"/>
              </a:gs>
              <a:gs pos="4688">
                <a:srgbClr val="73c9ed"/>
              </a:gs>
              <a:gs pos="4688">
                <a:srgbClr val="71c8ed"/>
              </a:gs>
              <a:gs pos="6250">
                <a:srgbClr val="71c8ed"/>
              </a:gs>
              <a:gs pos="6250">
                <a:srgbClr val="6fc7ed"/>
              </a:gs>
              <a:gs pos="7813">
                <a:srgbClr val="6fc7ed"/>
              </a:gs>
              <a:gs pos="7813">
                <a:srgbClr val="6ec6ed"/>
              </a:gs>
              <a:gs pos="9375">
                <a:srgbClr val="6ec6ed"/>
              </a:gs>
              <a:gs pos="9375">
                <a:srgbClr val="6cc6ec"/>
              </a:gs>
              <a:gs pos="10938">
                <a:srgbClr val="6cc6ec"/>
              </a:gs>
              <a:gs pos="10938">
                <a:srgbClr val="6ac5ec"/>
              </a:gs>
              <a:gs pos="12500">
                <a:srgbClr val="6ac5ec"/>
              </a:gs>
              <a:gs pos="12500">
                <a:srgbClr val="68c4ec"/>
              </a:gs>
              <a:gs pos="14063">
                <a:srgbClr val="68c4ec"/>
              </a:gs>
              <a:gs pos="14063">
                <a:srgbClr val="66c3ec"/>
              </a:gs>
              <a:gs pos="15625">
                <a:srgbClr val="66c3ec"/>
              </a:gs>
              <a:gs pos="15625">
                <a:srgbClr val="64c3eb"/>
              </a:gs>
              <a:gs pos="17188">
                <a:srgbClr val="64c3eb"/>
              </a:gs>
              <a:gs pos="17188">
                <a:srgbClr val="62c2eb"/>
              </a:gs>
              <a:gs pos="18750">
                <a:srgbClr val="62c2eb"/>
              </a:gs>
              <a:gs pos="18750">
                <a:srgbClr val="60c1eb"/>
              </a:gs>
              <a:gs pos="20313">
                <a:srgbClr val="60c1eb"/>
              </a:gs>
              <a:gs pos="20313">
                <a:srgbClr val="5ec0ea"/>
              </a:gs>
              <a:gs pos="21875">
                <a:srgbClr val="5ec0ea"/>
              </a:gs>
              <a:gs pos="21875">
                <a:srgbClr val="5dc0ea"/>
              </a:gs>
              <a:gs pos="23438">
                <a:srgbClr val="5dc0ea"/>
              </a:gs>
              <a:gs pos="23438">
                <a:srgbClr val="5bbfea"/>
              </a:gs>
              <a:gs pos="25000">
                <a:srgbClr val="5bbfea"/>
              </a:gs>
              <a:gs pos="25000">
                <a:srgbClr val="59beea"/>
              </a:gs>
              <a:gs pos="26563">
                <a:srgbClr val="59beea"/>
              </a:gs>
              <a:gs pos="26563">
                <a:srgbClr val="57bde9"/>
              </a:gs>
              <a:gs pos="28125">
                <a:srgbClr val="57bde9"/>
              </a:gs>
              <a:gs pos="28125">
                <a:srgbClr val="55bde9"/>
              </a:gs>
              <a:gs pos="29688">
                <a:srgbClr val="55bde9"/>
              </a:gs>
              <a:gs pos="29688">
                <a:srgbClr val="53bce9"/>
              </a:gs>
              <a:gs pos="31250">
                <a:srgbClr val="53bce9"/>
              </a:gs>
              <a:gs pos="31250">
                <a:srgbClr val="51bbe9"/>
              </a:gs>
              <a:gs pos="32813">
                <a:srgbClr val="51bbe9"/>
              </a:gs>
              <a:gs pos="32813">
                <a:srgbClr val="4fbae8"/>
              </a:gs>
              <a:gs pos="34375">
                <a:srgbClr val="4fbae8"/>
              </a:gs>
              <a:gs pos="34375">
                <a:srgbClr val="4dbae8"/>
              </a:gs>
              <a:gs pos="35938">
                <a:srgbClr val="4dbae8"/>
              </a:gs>
              <a:gs pos="35938">
                <a:srgbClr val="4cb9e8"/>
              </a:gs>
              <a:gs pos="37500">
                <a:srgbClr val="4cb9e8"/>
              </a:gs>
              <a:gs pos="37500">
                <a:srgbClr val="4ab8e8"/>
              </a:gs>
              <a:gs pos="39063">
                <a:srgbClr val="4ab8e8"/>
              </a:gs>
              <a:gs pos="39063">
                <a:srgbClr val="48b7e7"/>
              </a:gs>
              <a:gs pos="40625">
                <a:srgbClr val="48b7e7"/>
              </a:gs>
              <a:gs pos="40625">
                <a:srgbClr val="46b7e7"/>
              </a:gs>
              <a:gs pos="42188">
                <a:srgbClr val="46b7e7"/>
              </a:gs>
              <a:gs pos="42188">
                <a:srgbClr val="44b6e7"/>
              </a:gs>
              <a:gs pos="43750">
                <a:srgbClr val="44b6e7"/>
              </a:gs>
              <a:gs pos="43750">
                <a:srgbClr val="42b5e6"/>
              </a:gs>
              <a:gs pos="45313">
                <a:srgbClr val="42b5e6"/>
              </a:gs>
              <a:gs pos="45313">
                <a:srgbClr val="40b4e6"/>
              </a:gs>
              <a:gs pos="46875">
                <a:srgbClr val="40b4e6"/>
              </a:gs>
              <a:gs pos="46875">
                <a:srgbClr val="3eb4e6"/>
              </a:gs>
              <a:gs pos="48438">
                <a:srgbClr val="3eb4e6"/>
              </a:gs>
              <a:gs pos="48438">
                <a:srgbClr val="3cb3e6"/>
              </a:gs>
              <a:gs pos="50000">
                <a:srgbClr val="3cb3e6"/>
              </a:gs>
              <a:gs pos="50000">
                <a:srgbClr val="3bb2e5"/>
              </a:gs>
              <a:gs pos="51563">
                <a:srgbClr val="3bb2e5"/>
              </a:gs>
              <a:gs pos="51563">
                <a:srgbClr val="39b1e5"/>
              </a:gs>
              <a:gs pos="53125">
                <a:srgbClr val="39b1e5"/>
              </a:gs>
              <a:gs pos="53125">
                <a:srgbClr val="37b1e5"/>
              </a:gs>
              <a:gs pos="54688">
                <a:srgbClr val="37b1e5"/>
              </a:gs>
              <a:gs pos="54688">
                <a:srgbClr val="35b0e5"/>
              </a:gs>
              <a:gs pos="56250">
                <a:srgbClr val="35b0e5"/>
              </a:gs>
              <a:gs pos="56250">
                <a:srgbClr val="33afe4"/>
              </a:gs>
              <a:gs pos="57813">
                <a:srgbClr val="33afe4"/>
              </a:gs>
              <a:gs pos="57813">
                <a:srgbClr val="31aee4"/>
              </a:gs>
              <a:gs pos="59375">
                <a:srgbClr val="31aee4"/>
              </a:gs>
              <a:gs pos="59375">
                <a:srgbClr val="2faee4"/>
              </a:gs>
              <a:gs pos="60938">
                <a:srgbClr val="2faee4"/>
              </a:gs>
              <a:gs pos="60938">
                <a:srgbClr val="2dade3"/>
              </a:gs>
              <a:gs pos="62500">
                <a:srgbClr val="2dade3"/>
              </a:gs>
              <a:gs pos="62500">
                <a:srgbClr val="2bace3"/>
              </a:gs>
              <a:gs pos="64063">
                <a:srgbClr val="2bace3"/>
              </a:gs>
              <a:gs pos="64063">
                <a:srgbClr val="2aabe3"/>
              </a:gs>
              <a:gs pos="65625">
                <a:srgbClr val="2aabe3"/>
              </a:gs>
              <a:gs pos="65625">
                <a:srgbClr val="28abe3"/>
              </a:gs>
              <a:gs pos="67188">
                <a:srgbClr val="28abe3"/>
              </a:gs>
              <a:gs pos="67188">
                <a:srgbClr val="26aae2"/>
              </a:gs>
              <a:gs pos="68750">
                <a:srgbClr val="26aae2"/>
              </a:gs>
              <a:gs pos="68750">
                <a:srgbClr val="24a9e2"/>
              </a:gs>
              <a:gs pos="70313">
                <a:srgbClr val="24a9e2"/>
              </a:gs>
              <a:gs pos="70313">
                <a:srgbClr val="22a8e2"/>
              </a:gs>
              <a:gs pos="71875">
                <a:srgbClr val="22a8e2"/>
              </a:gs>
              <a:gs pos="71875">
                <a:srgbClr val="20a8e2"/>
              </a:gs>
              <a:gs pos="73438">
                <a:srgbClr val="20a8e2"/>
              </a:gs>
              <a:gs pos="73438">
                <a:srgbClr val="1ea7e1"/>
              </a:gs>
              <a:gs pos="75000">
                <a:srgbClr val="1ea7e1"/>
              </a:gs>
              <a:gs pos="75000">
                <a:srgbClr val="1ca6e1"/>
              </a:gs>
              <a:gs pos="76563">
                <a:srgbClr val="1ca6e1"/>
              </a:gs>
              <a:gs pos="76563">
                <a:srgbClr val="1aa5e1"/>
              </a:gs>
              <a:gs pos="78125">
                <a:srgbClr val="1aa5e1"/>
              </a:gs>
              <a:gs pos="78125">
                <a:srgbClr val="19a5e1"/>
              </a:gs>
              <a:gs pos="79688">
                <a:srgbClr val="19a5e1"/>
              </a:gs>
              <a:gs pos="79688">
                <a:srgbClr val="17a4e0"/>
              </a:gs>
              <a:gs pos="81250">
                <a:srgbClr val="17a4e0"/>
              </a:gs>
              <a:gs pos="81250">
                <a:srgbClr val="15a3e0"/>
              </a:gs>
              <a:gs pos="82813">
                <a:srgbClr val="15a3e0"/>
              </a:gs>
              <a:gs pos="82813">
                <a:srgbClr val="13a2e0"/>
              </a:gs>
              <a:gs pos="84375">
                <a:srgbClr val="13a2e0"/>
              </a:gs>
              <a:gs pos="84375">
                <a:srgbClr val="11a2df"/>
              </a:gs>
              <a:gs pos="85938">
                <a:srgbClr val="11a2df"/>
              </a:gs>
              <a:gs pos="85938">
                <a:srgbClr val="0fa1df"/>
              </a:gs>
              <a:gs pos="87500">
                <a:srgbClr val="0fa1df"/>
              </a:gs>
              <a:gs pos="87500">
                <a:srgbClr val="0da0df"/>
              </a:gs>
              <a:gs pos="89063">
                <a:srgbClr val="0da0df"/>
              </a:gs>
              <a:gs pos="89063">
                <a:srgbClr val="0b9fdf"/>
              </a:gs>
              <a:gs pos="90625">
                <a:srgbClr val="0b9fdf"/>
              </a:gs>
              <a:gs pos="90625">
                <a:srgbClr val="099fde"/>
              </a:gs>
              <a:gs pos="92188">
                <a:srgbClr val="099fde"/>
              </a:gs>
              <a:gs pos="92188">
                <a:srgbClr val="089ede"/>
              </a:gs>
              <a:gs pos="93750">
                <a:srgbClr val="089ede"/>
              </a:gs>
              <a:gs pos="93750">
                <a:srgbClr val="069dde"/>
              </a:gs>
              <a:gs pos="95313">
                <a:srgbClr val="069dde"/>
              </a:gs>
              <a:gs pos="95313">
                <a:srgbClr val="049cde"/>
              </a:gs>
              <a:gs pos="96875">
                <a:srgbClr val="049cde"/>
              </a:gs>
              <a:gs pos="96875">
                <a:srgbClr val="029cdd"/>
              </a:gs>
              <a:gs pos="98438">
                <a:srgbClr val="029cdd"/>
              </a:gs>
              <a:gs pos="98438">
                <a:srgbClr val="009bdd"/>
              </a:gs>
              <a:gs pos="100000">
                <a:srgbClr val="009bdd"/>
              </a:gs>
            </a:gsLst>
            <a:lin ang="10800000"/>
          </a:gradFill>
          <a:ln w="18000">
            <a:noFill/>
          </a:ln>
          <a:effectLst>
            <a:outerShdw dir="5400000" dist="10800" rotWithShape="0">
              <a:srgbClr val="009bdd"/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AU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360000" y="180000"/>
            <a:ext cx="9354240" cy="472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33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Click to edit the title text format</a:t>
            </a:r>
            <a:endParaRPr lang="en-A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360000" y="1080000"/>
            <a:ext cx="9354240" cy="359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AU" sz="24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Click to edit the outline text format</a:t>
            </a:r>
            <a:endParaRPr lang="en-A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85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AU" sz="21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Second Outline Level</a:t>
            </a:r>
            <a:endParaRPr lang="en-AU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635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AU" sz="18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Third Outline Level</a:t>
            </a:r>
            <a:endParaRPr lang="en-A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422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AU" sz="15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Fourth Outline Level</a:t>
            </a:r>
            <a:endParaRPr lang="en-A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AU" sz="15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Fifth Outline Level</a:t>
            </a:r>
            <a:endParaRPr lang="en-A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AU" sz="15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Sixth Outline Level</a:t>
            </a:r>
            <a:endParaRPr lang="en-A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AU" sz="15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Seventh Outline Level</a:t>
            </a:r>
            <a:endParaRPr lang="en-A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7"/>
          </p:nvPr>
        </p:nvSpPr>
        <p:spPr>
          <a:xfrm>
            <a:off x="360000" y="5220000"/>
            <a:ext cx="2334240" cy="35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lang="en-AU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&lt;date/time&gt;</a:t>
            </a:r>
            <a:endParaRPr lang="en-A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8"/>
          </p:nvPr>
        </p:nvSpPr>
        <p:spPr>
          <a:xfrm>
            <a:off x="3420000" y="5220000"/>
            <a:ext cx="3234240" cy="35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AU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&lt;footer&gt;</a:t>
            </a:r>
            <a:endParaRPr lang="en-A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9"/>
          </p:nvPr>
        </p:nvSpPr>
        <p:spPr>
          <a:xfrm>
            <a:off x="7380000" y="5220000"/>
            <a:ext cx="2334240" cy="35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AU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7B69EAD-4D02-4CF2-9606-DAA9F2DCBA33}" type="slidenum">
              <a:rPr lang="en-AU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&lt;number&gt;</a:t>
            </a:fld>
            <a:endParaRPr lang="en-A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Blue_Curve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"/>
          <p:cNvSpPr/>
          <p:nvPr/>
        </p:nvSpPr>
        <p:spPr>
          <a:xfrm flipH="1" flipV="1">
            <a:off x="-5040" y="4494960"/>
            <a:ext cx="10074960" cy="1164960"/>
          </a:xfrm>
          <a:prstGeom prst="flowChartDocument">
            <a:avLst/>
          </a:prstGeom>
          <a:gradFill rotWithShape="0">
            <a:gsLst>
              <a:gs pos="0">
                <a:srgbClr val="77caee"/>
              </a:gs>
              <a:gs pos="1563">
                <a:srgbClr val="77caee"/>
              </a:gs>
              <a:gs pos="1563">
                <a:srgbClr val="75c9ee"/>
              </a:gs>
              <a:gs pos="3125">
                <a:srgbClr val="75c9ee"/>
              </a:gs>
              <a:gs pos="3125">
                <a:srgbClr val="73c9ed"/>
              </a:gs>
              <a:gs pos="4688">
                <a:srgbClr val="73c9ed"/>
              </a:gs>
              <a:gs pos="4688">
                <a:srgbClr val="71c8ed"/>
              </a:gs>
              <a:gs pos="6250">
                <a:srgbClr val="71c8ed"/>
              </a:gs>
              <a:gs pos="6250">
                <a:srgbClr val="6fc7ed"/>
              </a:gs>
              <a:gs pos="7813">
                <a:srgbClr val="6fc7ed"/>
              </a:gs>
              <a:gs pos="7813">
                <a:srgbClr val="6ec6ed"/>
              </a:gs>
              <a:gs pos="9375">
                <a:srgbClr val="6ec6ed"/>
              </a:gs>
              <a:gs pos="9375">
                <a:srgbClr val="6cc6ec"/>
              </a:gs>
              <a:gs pos="10938">
                <a:srgbClr val="6cc6ec"/>
              </a:gs>
              <a:gs pos="10938">
                <a:srgbClr val="6ac5ec"/>
              </a:gs>
              <a:gs pos="12500">
                <a:srgbClr val="6ac5ec"/>
              </a:gs>
              <a:gs pos="12500">
                <a:srgbClr val="68c4ec"/>
              </a:gs>
              <a:gs pos="14063">
                <a:srgbClr val="68c4ec"/>
              </a:gs>
              <a:gs pos="14063">
                <a:srgbClr val="66c3ec"/>
              </a:gs>
              <a:gs pos="15625">
                <a:srgbClr val="66c3ec"/>
              </a:gs>
              <a:gs pos="15625">
                <a:srgbClr val="64c3eb"/>
              </a:gs>
              <a:gs pos="17188">
                <a:srgbClr val="64c3eb"/>
              </a:gs>
              <a:gs pos="17188">
                <a:srgbClr val="62c2eb"/>
              </a:gs>
              <a:gs pos="18750">
                <a:srgbClr val="62c2eb"/>
              </a:gs>
              <a:gs pos="18750">
                <a:srgbClr val="60c1eb"/>
              </a:gs>
              <a:gs pos="20313">
                <a:srgbClr val="60c1eb"/>
              </a:gs>
              <a:gs pos="20313">
                <a:srgbClr val="5ec0ea"/>
              </a:gs>
              <a:gs pos="21875">
                <a:srgbClr val="5ec0ea"/>
              </a:gs>
              <a:gs pos="21875">
                <a:srgbClr val="5dc0ea"/>
              </a:gs>
              <a:gs pos="23438">
                <a:srgbClr val="5dc0ea"/>
              </a:gs>
              <a:gs pos="23438">
                <a:srgbClr val="5bbfea"/>
              </a:gs>
              <a:gs pos="25000">
                <a:srgbClr val="5bbfea"/>
              </a:gs>
              <a:gs pos="25000">
                <a:srgbClr val="59beea"/>
              </a:gs>
              <a:gs pos="26563">
                <a:srgbClr val="59beea"/>
              </a:gs>
              <a:gs pos="26563">
                <a:srgbClr val="57bde9"/>
              </a:gs>
              <a:gs pos="28125">
                <a:srgbClr val="57bde9"/>
              </a:gs>
              <a:gs pos="28125">
                <a:srgbClr val="55bde9"/>
              </a:gs>
              <a:gs pos="29688">
                <a:srgbClr val="55bde9"/>
              </a:gs>
              <a:gs pos="29688">
                <a:srgbClr val="53bce9"/>
              </a:gs>
              <a:gs pos="31250">
                <a:srgbClr val="53bce9"/>
              </a:gs>
              <a:gs pos="31250">
                <a:srgbClr val="51bbe9"/>
              </a:gs>
              <a:gs pos="32813">
                <a:srgbClr val="51bbe9"/>
              </a:gs>
              <a:gs pos="32813">
                <a:srgbClr val="4fbae8"/>
              </a:gs>
              <a:gs pos="34375">
                <a:srgbClr val="4fbae8"/>
              </a:gs>
              <a:gs pos="34375">
                <a:srgbClr val="4dbae8"/>
              </a:gs>
              <a:gs pos="35938">
                <a:srgbClr val="4dbae8"/>
              </a:gs>
              <a:gs pos="35938">
                <a:srgbClr val="4cb9e8"/>
              </a:gs>
              <a:gs pos="37500">
                <a:srgbClr val="4cb9e8"/>
              </a:gs>
              <a:gs pos="37500">
                <a:srgbClr val="4ab8e8"/>
              </a:gs>
              <a:gs pos="39063">
                <a:srgbClr val="4ab8e8"/>
              </a:gs>
              <a:gs pos="39063">
                <a:srgbClr val="48b7e7"/>
              </a:gs>
              <a:gs pos="40625">
                <a:srgbClr val="48b7e7"/>
              </a:gs>
              <a:gs pos="40625">
                <a:srgbClr val="46b7e7"/>
              </a:gs>
              <a:gs pos="42188">
                <a:srgbClr val="46b7e7"/>
              </a:gs>
              <a:gs pos="42188">
                <a:srgbClr val="44b6e7"/>
              </a:gs>
              <a:gs pos="43750">
                <a:srgbClr val="44b6e7"/>
              </a:gs>
              <a:gs pos="43750">
                <a:srgbClr val="42b5e6"/>
              </a:gs>
              <a:gs pos="45313">
                <a:srgbClr val="42b5e6"/>
              </a:gs>
              <a:gs pos="45313">
                <a:srgbClr val="40b4e6"/>
              </a:gs>
              <a:gs pos="46875">
                <a:srgbClr val="40b4e6"/>
              </a:gs>
              <a:gs pos="46875">
                <a:srgbClr val="3eb4e6"/>
              </a:gs>
              <a:gs pos="48438">
                <a:srgbClr val="3eb4e6"/>
              </a:gs>
              <a:gs pos="48438">
                <a:srgbClr val="3cb3e6"/>
              </a:gs>
              <a:gs pos="50000">
                <a:srgbClr val="3cb3e6"/>
              </a:gs>
              <a:gs pos="50000">
                <a:srgbClr val="3bb2e5"/>
              </a:gs>
              <a:gs pos="51563">
                <a:srgbClr val="3bb2e5"/>
              </a:gs>
              <a:gs pos="51563">
                <a:srgbClr val="39b1e5"/>
              </a:gs>
              <a:gs pos="53125">
                <a:srgbClr val="39b1e5"/>
              </a:gs>
              <a:gs pos="53125">
                <a:srgbClr val="37b1e5"/>
              </a:gs>
              <a:gs pos="54688">
                <a:srgbClr val="37b1e5"/>
              </a:gs>
              <a:gs pos="54688">
                <a:srgbClr val="35b0e5"/>
              </a:gs>
              <a:gs pos="56250">
                <a:srgbClr val="35b0e5"/>
              </a:gs>
              <a:gs pos="56250">
                <a:srgbClr val="33afe4"/>
              </a:gs>
              <a:gs pos="57813">
                <a:srgbClr val="33afe4"/>
              </a:gs>
              <a:gs pos="57813">
                <a:srgbClr val="31aee4"/>
              </a:gs>
              <a:gs pos="59375">
                <a:srgbClr val="31aee4"/>
              </a:gs>
              <a:gs pos="59375">
                <a:srgbClr val="2faee4"/>
              </a:gs>
              <a:gs pos="60938">
                <a:srgbClr val="2faee4"/>
              </a:gs>
              <a:gs pos="60938">
                <a:srgbClr val="2dade3"/>
              </a:gs>
              <a:gs pos="62500">
                <a:srgbClr val="2dade3"/>
              </a:gs>
              <a:gs pos="62500">
                <a:srgbClr val="2bace3"/>
              </a:gs>
              <a:gs pos="64063">
                <a:srgbClr val="2bace3"/>
              </a:gs>
              <a:gs pos="64063">
                <a:srgbClr val="2aabe3"/>
              </a:gs>
              <a:gs pos="65625">
                <a:srgbClr val="2aabe3"/>
              </a:gs>
              <a:gs pos="65625">
                <a:srgbClr val="28abe3"/>
              </a:gs>
              <a:gs pos="67188">
                <a:srgbClr val="28abe3"/>
              </a:gs>
              <a:gs pos="67188">
                <a:srgbClr val="26aae2"/>
              </a:gs>
              <a:gs pos="68750">
                <a:srgbClr val="26aae2"/>
              </a:gs>
              <a:gs pos="68750">
                <a:srgbClr val="24a9e2"/>
              </a:gs>
              <a:gs pos="70313">
                <a:srgbClr val="24a9e2"/>
              </a:gs>
              <a:gs pos="70313">
                <a:srgbClr val="22a8e2"/>
              </a:gs>
              <a:gs pos="71875">
                <a:srgbClr val="22a8e2"/>
              </a:gs>
              <a:gs pos="71875">
                <a:srgbClr val="20a8e2"/>
              </a:gs>
              <a:gs pos="73438">
                <a:srgbClr val="20a8e2"/>
              </a:gs>
              <a:gs pos="73438">
                <a:srgbClr val="1ea7e1"/>
              </a:gs>
              <a:gs pos="75000">
                <a:srgbClr val="1ea7e1"/>
              </a:gs>
              <a:gs pos="75000">
                <a:srgbClr val="1ca6e1"/>
              </a:gs>
              <a:gs pos="76563">
                <a:srgbClr val="1ca6e1"/>
              </a:gs>
              <a:gs pos="76563">
                <a:srgbClr val="1aa5e1"/>
              </a:gs>
              <a:gs pos="78125">
                <a:srgbClr val="1aa5e1"/>
              </a:gs>
              <a:gs pos="78125">
                <a:srgbClr val="19a5e1"/>
              </a:gs>
              <a:gs pos="79688">
                <a:srgbClr val="19a5e1"/>
              </a:gs>
              <a:gs pos="79688">
                <a:srgbClr val="17a4e0"/>
              </a:gs>
              <a:gs pos="81250">
                <a:srgbClr val="17a4e0"/>
              </a:gs>
              <a:gs pos="81250">
                <a:srgbClr val="15a3e0"/>
              </a:gs>
              <a:gs pos="82813">
                <a:srgbClr val="15a3e0"/>
              </a:gs>
              <a:gs pos="82813">
                <a:srgbClr val="13a2e0"/>
              </a:gs>
              <a:gs pos="84375">
                <a:srgbClr val="13a2e0"/>
              </a:gs>
              <a:gs pos="84375">
                <a:srgbClr val="11a2df"/>
              </a:gs>
              <a:gs pos="85938">
                <a:srgbClr val="11a2df"/>
              </a:gs>
              <a:gs pos="85938">
                <a:srgbClr val="0fa1df"/>
              </a:gs>
              <a:gs pos="87500">
                <a:srgbClr val="0fa1df"/>
              </a:gs>
              <a:gs pos="87500">
                <a:srgbClr val="0da0df"/>
              </a:gs>
              <a:gs pos="89063">
                <a:srgbClr val="0da0df"/>
              </a:gs>
              <a:gs pos="89063">
                <a:srgbClr val="0b9fdf"/>
              </a:gs>
              <a:gs pos="90625">
                <a:srgbClr val="0b9fdf"/>
              </a:gs>
              <a:gs pos="90625">
                <a:srgbClr val="099fde"/>
              </a:gs>
              <a:gs pos="92188">
                <a:srgbClr val="099fde"/>
              </a:gs>
              <a:gs pos="92188">
                <a:srgbClr val="089ede"/>
              </a:gs>
              <a:gs pos="93750">
                <a:srgbClr val="089ede"/>
              </a:gs>
              <a:gs pos="93750">
                <a:srgbClr val="069dde"/>
              </a:gs>
              <a:gs pos="95313">
                <a:srgbClr val="069dde"/>
              </a:gs>
              <a:gs pos="95313">
                <a:srgbClr val="049cde"/>
              </a:gs>
              <a:gs pos="96875">
                <a:srgbClr val="049cde"/>
              </a:gs>
              <a:gs pos="96875">
                <a:srgbClr val="029cdd"/>
              </a:gs>
              <a:gs pos="98438">
                <a:srgbClr val="029cdd"/>
              </a:gs>
              <a:gs pos="98438">
                <a:srgbClr val="009bdd"/>
              </a:gs>
              <a:gs pos="100000">
                <a:srgbClr val="009bdd"/>
              </a:gs>
            </a:gsLst>
            <a:lin ang="10800000"/>
          </a:gradFill>
          <a:ln w="18000">
            <a:noFill/>
          </a:ln>
          <a:effectLst>
            <a:outerShdw dir="5400000" dist="10800" rotWithShape="0">
              <a:srgbClr val="009bdd"/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AU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0" y="1620000"/>
            <a:ext cx="8994960" cy="1074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3300" b="0" u="none" strike="noStrike">
                <a:solidFill>
                  <a:srgbClr val="dd4100"/>
                </a:solidFill>
                <a:effectLst/>
                <a:uFillTx/>
                <a:latin typeface="Arial"/>
              </a:rPr>
              <a:t>Click to edit the title text format</a:t>
            </a:r>
            <a:endParaRPr lang="en-A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360000" y="2880000"/>
            <a:ext cx="9354960" cy="1614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19999"/>
          </a:bodyPr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AU" sz="24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Click to edit the outline text format</a:t>
            </a:r>
            <a:endParaRPr lang="en-A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85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AU" sz="21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Second Outline Level</a:t>
            </a:r>
            <a:endParaRPr lang="en-AU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635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AU" sz="18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Third Outline Level</a:t>
            </a:r>
            <a:endParaRPr lang="en-A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422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AU" sz="15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Fourth Outline Level</a:t>
            </a:r>
            <a:endParaRPr lang="en-A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AU" sz="15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Fifth Outline Level</a:t>
            </a:r>
            <a:endParaRPr lang="en-A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AU" sz="15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Sixth Outline Level</a:t>
            </a:r>
            <a:endParaRPr lang="en-A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AU" sz="15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Seventh Outline Level</a:t>
            </a:r>
            <a:endParaRPr lang="en-A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dt" idx="10"/>
          </p:nvPr>
        </p:nvSpPr>
        <p:spPr>
          <a:xfrm>
            <a:off x="360000" y="5220000"/>
            <a:ext cx="2334960" cy="354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lang="en-AU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&lt;date/time&gt;</a:t>
            </a:r>
            <a:endParaRPr lang="en-A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11"/>
          </p:nvPr>
        </p:nvSpPr>
        <p:spPr>
          <a:xfrm>
            <a:off x="3420000" y="5220000"/>
            <a:ext cx="3234960" cy="354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AU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&lt;footer&gt;</a:t>
            </a:r>
            <a:endParaRPr lang="en-A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sldNum" idx="12"/>
          </p:nvPr>
        </p:nvSpPr>
        <p:spPr>
          <a:xfrm>
            <a:off x="7380000" y="5220000"/>
            <a:ext cx="2334960" cy="354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AU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D47B656-73E5-4768-8D7B-702B0E4FD726}" type="slidenum">
              <a:rPr lang="en-AU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&lt;number&gt;</a:t>
            </a:fld>
            <a:endParaRPr lang="en-A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Blue_Curve1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"/>
          <p:cNvSpPr/>
          <p:nvPr/>
        </p:nvSpPr>
        <p:spPr>
          <a:xfrm>
            <a:off x="0" y="0"/>
            <a:ext cx="10071720" cy="714960"/>
          </a:xfrm>
          <a:prstGeom prst="rect">
            <a:avLst/>
          </a:prstGeom>
          <a:gradFill rotWithShape="0">
            <a:gsLst>
              <a:gs pos="0">
                <a:srgbClr val="77caee"/>
              </a:gs>
              <a:gs pos="1563">
                <a:srgbClr val="77caee"/>
              </a:gs>
              <a:gs pos="1563">
                <a:srgbClr val="75c9ee"/>
              </a:gs>
              <a:gs pos="3125">
                <a:srgbClr val="75c9ee"/>
              </a:gs>
              <a:gs pos="3125">
                <a:srgbClr val="73c9ed"/>
              </a:gs>
              <a:gs pos="4688">
                <a:srgbClr val="73c9ed"/>
              </a:gs>
              <a:gs pos="4688">
                <a:srgbClr val="71c8ed"/>
              </a:gs>
              <a:gs pos="6250">
                <a:srgbClr val="71c8ed"/>
              </a:gs>
              <a:gs pos="6250">
                <a:srgbClr val="6fc7ed"/>
              </a:gs>
              <a:gs pos="7813">
                <a:srgbClr val="6fc7ed"/>
              </a:gs>
              <a:gs pos="7813">
                <a:srgbClr val="6ec6ed"/>
              </a:gs>
              <a:gs pos="9375">
                <a:srgbClr val="6ec6ed"/>
              </a:gs>
              <a:gs pos="9375">
                <a:srgbClr val="6cc6ec"/>
              </a:gs>
              <a:gs pos="10938">
                <a:srgbClr val="6cc6ec"/>
              </a:gs>
              <a:gs pos="10938">
                <a:srgbClr val="6ac5ec"/>
              </a:gs>
              <a:gs pos="12500">
                <a:srgbClr val="6ac5ec"/>
              </a:gs>
              <a:gs pos="12500">
                <a:srgbClr val="68c4ec"/>
              </a:gs>
              <a:gs pos="14063">
                <a:srgbClr val="68c4ec"/>
              </a:gs>
              <a:gs pos="14063">
                <a:srgbClr val="66c3ec"/>
              </a:gs>
              <a:gs pos="15625">
                <a:srgbClr val="66c3ec"/>
              </a:gs>
              <a:gs pos="15625">
                <a:srgbClr val="64c3eb"/>
              </a:gs>
              <a:gs pos="17188">
                <a:srgbClr val="64c3eb"/>
              </a:gs>
              <a:gs pos="17188">
                <a:srgbClr val="62c2eb"/>
              </a:gs>
              <a:gs pos="18750">
                <a:srgbClr val="62c2eb"/>
              </a:gs>
              <a:gs pos="18750">
                <a:srgbClr val="60c1eb"/>
              </a:gs>
              <a:gs pos="20313">
                <a:srgbClr val="60c1eb"/>
              </a:gs>
              <a:gs pos="20313">
                <a:srgbClr val="5ec0ea"/>
              </a:gs>
              <a:gs pos="21875">
                <a:srgbClr val="5ec0ea"/>
              </a:gs>
              <a:gs pos="21875">
                <a:srgbClr val="5dc0ea"/>
              </a:gs>
              <a:gs pos="23438">
                <a:srgbClr val="5dc0ea"/>
              </a:gs>
              <a:gs pos="23438">
                <a:srgbClr val="5bbfea"/>
              </a:gs>
              <a:gs pos="25000">
                <a:srgbClr val="5bbfea"/>
              </a:gs>
              <a:gs pos="25000">
                <a:srgbClr val="59beea"/>
              </a:gs>
              <a:gs pos="26563">
                <a:srgbClr val="59beea"/>
              </a:gs>
              <a:gs pos="26563">
                <a:srgbClr val="57bde9"/>
              </a:gs>
              <a:gs pos="28125">
                <a:srgbClr val="57bde9"/>
              </a:gs>
              <a:gs pos="28125">
                <a:srgbClr val="55bde9"/>
              </a:gs>
              <a:gs pos="29688">
                <a:srgbClr val="55bde9"/>
              </a:gs>
              <a:gs pos="29688">
                <a:srgbClr val="53bce9"/>
              </a:gs>
              <a:gs pos="31250">
                <a:srgbClr val="53bce9"/>
              </a:gs>
              <a:gs pos="31250">
                <a:srgbClr val="51bbe9"/>
              </a:gs>
              <a:gs pos="32813">
                <a:srgbClr val="51bbe9"/>
              </a:gs>
              <a:gs pos="32813">
                <a:srgbClr val="4fbae8"/>
              </a:gs>
              <a:gs pos="34375">
                <a:srgbClr val="4fbae8"/>
              </a:gs>
              <a:gs pos="34375">
                <a:srgbClr val="4dbae8"/>
              </a:gs>
              <a:gs pos="35938">
                <a:srgbClr val="4dbae8"/>
              </a:gs>
              <a:gs pos="35938">
                <a:srgbClr val="4cb9e8"/>
              </a:gs>
              <a:gs pos="37500">
                <a:srgbClr val="4cb9e8"/>
              </a:gs>
              <a:gs pos="37500">
                <a:srgbClr val="4ab8e8"/>
              </a:gs>
              <a:gs pos="39063">
                <a:srgbClr val="4ab8e8"/>
              </a:gs>
              <a:gs pos="39063">
                <a:srgbClr val="48b7e7"/>
              </a:gs>
              <a:gs pos="40625">
                <a:srgbClr val="48b7e7"/>
              </a:gs>
              <a:gs pos="40625">
                <a:srgbClr val="46b7e7"/>
              </a:gs>
              <a:gs pos="42188">
                <a:srgbClr val="46b7e7"/>
              </a:gs>
              <a:gs pos="42188">
                <a:srgbClr val="44b6e7"/>
              </a:gs>
              <a:gs pos="43750">
                <a:srgbClr val="44b6e7"/>
              </a:gs>
              <a:gs pos="43750">
                <a:srgbClr val="42b5e6"/>
              </a:gs>
              <a:gs pos="45313">
                <a:srgbClr val="42b5e6"/>
              </a:gs>
              <a:gs pos="45313">
                <a:srgbClr val="40b4e6"/>
              </a:gs>
              <a:gs pos="46875">
                <a:srgbClr val="40b4e6"/>
              </a:gs>
              <a:gs pos="46875">
                <a:srgbClr val="3eb4e6"/>
              </a:gs>
              <a:gs pos="48438">
                <a:srgbClr val="3eb4e6"/>
              </a:gs>
              <a:gs pos="48438">
                <a:srgbClr val="3cb3e6"/>
              </a:gs>
              <a:gs pos="50000">
                <a:srgbClr val="3cb3e6"/>
              </a:gs>
              <a:gs pos="50000">
                <a:srgbClr val="3bb2e5"/>
              </a:gs>
              <a:gs pos="51563">
                <a:srgbClr val="3bb2e5"/>
              </a:gs>
              <a:gs pos="51563">
                <a:srgbClr val="39b1e5"/>
              </a:gs>
              <a:gs pos="53125">
                <a:srgbClr val="39b1e5"/>
              </a:gs>
              <a:gs pos="53125">
                <a:srgbClr val="37b1e5"/>
              </a:gs>
              <a:gs pos="54688">
                <a:srgbClr val="37b1e5"/>
              </a:gs>
              <a:gs pos="54688">
                <a:srgbClr val="35b0e5"/>
              </a:gs>
              <a:gs pos="56250">
                <a:srgbClr val="35b0e5"/>
              </a:gs>
              <a:gs pos="56250">
                <a:srgbClr val="33afe4"/>
              </a:gs>
              <a:gs pos="57813">
                <a:srgbClr val="33afe4"/>
              </a:gs>
              <a:gs pos="57813">
                <a:srgbClr val="31aee4"/>
              </a:gs>
              <a:gs pos="59375">
                <a:srgbClr val="31aee4"/>
              </a:gs>
              <a:gs pos="59375">
                <a:srgbClr val="2faee4"/>
              </a:gs>
              <a:gs pos="60938">
                <a:srgbClr val="2faee4"/>
              </a:gs>
              <a:gs pos="60938">
                <a:srgbClr val="2dade3"/>
              </a:gs>
              <a:gs pos="62500">
                <a:srgbClr val="2dade3"/>
              </a:gs>
              <a:gs pos="62500">
                <a:srgbClr val="2bace3"/>
              </a:gs>
              <a:gs pos="64063">
                <a:srgbClr val="2bace3"/>
              </a:gs>
              <a:gs pos="64063">
                <a:srgbClr val="2aabe3"/>
              </a:gs>
              <a:gs pos="65625">
                <a:srgbClr val="2aabe3"/>
              </a:gs>
              <a:gs pos="65625">
                <a:srgbClr val="28abe3"/>
              </a:gs>
              <a:gs pos="67188">
                <a:srgbClr val="28abe3"/>
              </a:gs>
              <a:gs pos="67188">
                <a:srgbClr val="26aae2"/>
              </a:gs>
              <a:gs pos="68750">
                <a:srgbClr val="26aae2"/>
              </a:gs>
              <a:gs pos="68750">
                <a:srgbClr val="24a9e2"/>
              </a:gs>
              <a:gs pos="70313">
                <a:srgbClr val="24a9e2"/>
              </a:gs>
              <a:gs pos="70313">
                <a:srgbClr val="22a8e2"/>
              </a:gs>
              <a:gs pos="71875">
                <a:srgbClr val="22a8e2"/>
              </a:gs>
              <a:gs pos="71875">
                <a:srgbClr val="20a8e2"/>
              </a:gs>
              <a:gs pos="73438">
                <a:srgbClr val="20a8e2"/>
              </a:gs>
              <a:gs pos="73438">
                <a:srgbClr val="1ea7e1"/>
              </a:gs>
              <a:gs pos="75000">
                <a:srgbClr val="1ea7e1"/>
              </a:gs>
              <a:gs pos="75000">
                <a:srgbClr val="1ca6e1"/>
              </a:gs>
              <a:gs pos="76563">
                <a:srgbClr val="1ca6e1"/>
              </a:gs>
              <a:gs pos="76563">
                <a:srgbClr val="1aa5e1"/>
              </a:gs>
              <a:gs pos="78125">
                <a:srgbClr val="1aa5e1"/>
              </a:gs>
              <a:gs pos="78125">
                <a:srgbClr val="19a5e1"/>
              </a:gs>
              <a:gs pos="79688">
                <a:srgbClr val="19a5e1"/>
              </a:gs>
              <a:gs pos="79688">
                <a:srgbClr val="17a4e0"/>
              </a:gs>
              <a:gs pos="81250">
                <a:srgbClr val="17a4e0"/>
              </a:gs>
              <a:gs pos="81250">
                <a:srgbClr val="15a3e0"/>
              </a:gs>
              <a:gs pos="82813">
                <a:srgbClr val="15a3e0"/>
              </a:gs>
              <a:gs pos="82813">
                <a:srgbClr val="13a2e0"/>
              </a:gs>
              <a:gs pos="84375">
                <a:srgbClr val="13a2e0"/>
              </a:gs>
              <a:gs pos="84375">
                <a:srgbClr val="11a2df"/>
              </a:gs>
              <a:gs pos="85938">
                <a:srgbClr val="11a2df"/>
              </a:gs>
              <a:gs pos="85938">
                <a:srgbClr val="0fa1df"/>
              </a:gs>
              <a:gs pos="87500">
                <a:srgbClr val="0fa1df"/>
              </a:gs>
              <a:gs pos="87500">
                <a:srgbClr val="0da0df"/>
              </a:gs>
              <a:gs pos="89063">
                <a:srgbClr val="0da0df"/>
              </a:gs>
              <a:gs pos="89063">
                <a:srgbClr val="0b9fdf"/>
              </a:gs>
              <a:gs pos="90625">
                <a:srgbClr val="0b9fdf"/>
              </a:gs>
              <a:gs pos="90625">
                <a:srgbClr val="099fde"/>
              </a:gs>
              <a:gs pos="92188">
                <a:srgbClr val="099fde"/>
              </a:gs>
              <a:gs pos="92188">
                <a:srgbClr val="089ede"/>
              </a:gs>
              <a:gs pos="93750">
                <a:srgbClr val="089ede"/>
              </a:gs>
              <a:gs pos="93750">
                <a:srgbClr val="069dde"/>
              </a:gs>
              <a:gs pos="95313">
                <a:srgbClr val="069dde"/>
              </a:gs>
              <a:gs pos="95313">
                <a:srgbClr val="049cde"/>
              </a:gs>
              <a:gs pos="96875">
                <a:srgbClr val="049cde"/>
              </a:gs>
              <a:gs pos="96875">
                <a:srgbClr val="029cdd"/>
              </a:gs>
              <a:gs pos="98438">
                <a:srgbClr val="029cdd"/>
              </a:gs>
              <a:gs pos="98438">
                <a:srgbClr val="009bdd"/>
              </a:gs>
              <a:gs pos="100000">
                <a:srgbClr val="009bdd"/>
              </a:gs>
            </a:gsLst>
            <a:lin ang="10800000"/>
          </a:gradFill>
          <a:ln w="18000">
            <a:noFill/>
          </a:ln>
          <a:effectLst>
            <a:outerShdw dir="5400000" dist="10800" rotWithShape="0">
              <a:srgbClr val="009bdd"/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AU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8" name=""/>
          <p:cNvSpPr/>
          <p:nvPr/>
        </p:nvSpPr>
        <p:spPr>
          <a:xfrm>
            <a:off x="3240" y="5040000"/>
            <a:ext cx="10071720" cy="626400"/>
          </a:xfrm>
          <a:prstGeom prst="rect">
            <a:avLst/>
          </a:prstGeom>
          <a:gradFill rotWithShape="0">
            <a:gsLst>
              <a:gs pos="0">
                <a:srgbClr val="77caee"/>
              </a:gs>
              <a:gs pos="1563">
                <a:srgbClr val="77caee"/>
              </a:gs>
              <a:gs pos="1563">
                <a:srgbClr val="75c9ee"/>
              </a:gs>
              <a:gs pos="3125">
                <a:srgbClr val="75c9ee"/>
              </a:gs>
              <a:gs pos="3125">
                <a:srgbClr val="73c9ed"/>
              </a:gs>
              <a:gs pos="4688">
                <a:srgbClr val="73c9ed"/>
              </a:gs>
              <a:gs pos="4688">
                <a:srgbClr val="71c8ed"/>
              </a:gs>
              <a:gs pos="6250">
                <a:srgbClr val="71c8ed"/>
              </a:gs>
              <a:gs pos="6250">
                <a:srgbClr val="6fc7ed"/>
              </a:gs>
              <a:gs pos="7813">
                <a:srgbClr val="6fc7ed"/>
              </a:gs>
              <a:gs pos="7813">
                <a:srgbClr val="6ec6ed"/>
              </a:gs>
              <a:gs pos="9375">
                <a:srgbClr val="6ec6ed"/>
              </a:gs>
              <a:gs pos="9375">
                <a:srgbClr val="6cc6ec"/>
              </a:gs>
              <a:gs pos="10938">
                <a:srgbClr val="6cc6ec"/>
              </a:gs>
              <a:gs pos="10938">
                <a:srgbClr val="6ac5ec"/>
              </a:gs>
              <a:gs pos="12500">
                <a:srgbClr val="6ac5ec"/>
              </a:gs>
              <a:gs pos="12500">
                <a:srgbClr val="68c4ec"/>
              </a:gs>
              <a:gs pos="14063">
                <a:srgbClr val="68c4ec"/>
              </a:gs>
              <a:gs pos="14063">
                <a:srgbClr val="66c3ec"/>
              </a:gs>
              <a:gs pos="15625">
                <a:srgbClr val="66c3ec"/>
              </a:gs>
              <a:gs pos="15625">
                <a:srgbClr val="64c3eb"/>
              </a:gs>
              <a:gs pos="17188">
                <a:srgbClr val="64c3eb"/>
              </a:gs>
              <a:gs pos="17188">
                <a:srgbClr val="62c2eb"/>
              </a:gs>
              <a:gs pos="18750">
                <a:srgbClr val="62c2eb"/>
              </a:gs>
              <a:gs pos="18750">
                <a:srgbClr val="60c1eb"/>
              </a:gs>
              <a:gs pos="20313">
                <a:srgbClr val="60c1eb"/>
              </a:gs>
              <a:gs pos="20313">
                <a:srgbClr val="5ec0ea"/>
              </a:gs>
              <a:gs pos="21875">
                <a:srgbClr val="5ec0ea"/>
              </a:gs>
              <a:gs pos="21875">
                <a:srgbClr val="5dc0ea"/>
              </a:gs>
              <a:gs pos="23438">
                <a:srgbClr val="5dc0ea"/>
              </a:gs>
              <a:gs pos="23438">
                <a:srgbClr val="5bbfea"/>
              </a:gs>
              <a:gs pos="25000">
                <a:srgbClr val="5bbfea"/>
              </a:gs>
              <a:gs pos="25000">
                <a:srgbClr val="59beea"/>
              </a:gs>
              <a:gs pos="26563">
                <a:srgbClr val="59beea"/>
              </a:gs>
              <a:gs pos="26563">
                <a:srgbClr val="57bde9"/>
              </a:gs>
              <a:gs pos="28125">
                <a:srgbClr val="57bde9"/>
              </a:gs>
              <a:gs pos="28125">
                <a:srgbClr val="55bde9"/>
              </a:gs>
              <a:gs pos="29688">
                <a:srgbClr val="55bde9"/>
              </a:gs>
              <a:gs pos="29688">
                <a:srgbClr val="53bce9"/>
              </a:gs>
              <a:gs pos="31250">
                <a:srgbClr val="53bce9"/>
              </a:gs>
              <a:gs pos="31250">
                <a:srgbClr val="51bbe9"/>
              </a:gs>
              <a:gs pos="32813">
                <a:srgbClr val="51bbe9"/>
              </a:gs>
              <a:gs pos="32813">
                <a:srgbClr val="4fbae8"/>
              </a:gs>
              <a:gs pos="34375">
                <a:srgbClr val="4fbae8"/>
              </a:gs>
              <a:gs pos="34375">
                <a:srgbClr val="4dbae8"/>
              </a:gs>
              <a:gs pos="35938">
                <a:srgbClr val="4dbae8"/>
              </a:gs>
              <a:gs pos="35938">
                <a:srgbClr val="4cb9e8"/>
              </a:gs>
              <a:gs pos="37500">
                <a:srgbClr val="4cb9e8"/>
              </a:gs>
              <a:gs pos="37500">
                <a:srgbClr val="4ab8e8"/>
              </a:gs>
              <a:gs pos="39063">
                <a:srgbClr val="4ab8e8"/>
              </a:gs>
              <a:gs pos="39063">
                <a:srgbClr val="48b7e7"/>
              </a:gs>
              <a:gs pos="40625">
                <a:srgbClr val="48b7e7"/>
              </a:gs>
              <a:gs pos="40625">
                <a:srgbClr val="46b7e7"/>
              </a:gs>
              <a:gs pos="42188">
                <a:srgbClr val="46b7e7"/>
              </a:gs>
              <a:gs pos="42188">
                <a:srgbClr val="44b6e7"/>
              </a:gs>
              <a:gs pos="43750">
                <a:srgbClr val="44b6e7"/>
              </a:gs>
              <a:gs pos="43750">
                <a:srgbClr val="42b5e6"/>
              </a:gs>
              <a:gs pos="45313">
                <a:srgbClr val="42b5e6"/>
              </a:gs>
              <a:gs pos="45313">
                <a:srgbClr val="40b4e6"/>
              </a:gs>
              <a:gs pos="46875">
                <a:srgbClr val="40b4e6"/>
              </a:gs>
              <a:gs pos="46875">
                <a:srgbClr val="3eb4e6"/>
              </a:gs>
              <a:gs pos="48438">
                <a:srgbClr val="3eb4e6"/>
              </a:gs>
              <a:gs pos="48438">
                <a:srgbClr val="3cb3e6"/>
              </a:gs>
              <a:gs pos="50000">
                <a:srgbClr val="3cb3e6"/>
              </a:gs>
              <a:gs pos="50000">
                <a:srgbClr val="3bb2e5"/>
              </a:gs>
              <a:gs pos="51563">
                <a:srgbClr val="3bb2e5"/>
              </a:gs>
              <a:gs pos="51563">
                <a:srgbClr val="39b1e5"/>
              </a:gs>
              <a:gs pos="53125">
                <a:srgbClr val="39b1e5"/>
              </a:gs>
              <a:gs pos="53125">
                <a:srgbClr val="37b1e5"/>
              </a:gs>
              <a:gs pos="54688">
                <a:srgbClr val="37b1e5"/>
              </a:gs>
              <a:gs pos="54688">
                <a:srgbClr val="35b0e5"/>
              </a:gs>
              <a:gs pos="56250">
                <a:srgbClr val="35b0e5"/>
              </a:gs>
              <a:gs pos="56250">
                <a:srgbClr val="33afe4"/>
              </a:gs>
              <a:gs pos="57813">
                <a:srgbClr val="33afe4"/>
              </a:gs>
              <a:gs pos="57813">
                <a:srgbClr val="31aee4"/>
              </a:gs>
              <a:gs pos="59375">
                <a:srgbClr val="31aee4"/>
              </a:gs>
              <a:gs pos="59375">
                <a:srgbClr val="2faee4"/>
              </a:gs>
              <a:gs pos="60938">
                <a:srgbClr val="2faee4"/>
              </a:gs>
              <a:gs pos="60938">
                <a:srgbClr val="2dade3"/>
              </a:gs>
              <a:gs pos="62500">
                <a:srgbClr val="2dade3"/>
              </a:gs>
              <a:gs pos="62500">
                <a:srgbClr val="2bace3"/>
              </a:gs>
              <a:gs pos="64063">
                <a:srgbClr val="2bace3"/>
              </a:gs>
              <a:gs pos="64063">
                <a:srgbClr val="2aabe3"/>
              </a:gs>
              <a:gs pos="65625">
                <a:srgbClr val="2aabe3"/>
              </a:gs>
              <a:gs pos="65625">
                <a:srgbClr val="28abe3"/>
              </a:gs>
              <a:gs pos="67188">
                <a:srgbClr val="28abe3"/>
              </a:gs>
              <a:gs pos="67188">
                <a:srgbClr val="26aae2"/>
              </a:gs>
              <a:gs pos="68750">
                <a:srgbClr val="26aae2"/>
              </a:gs>
              <a:gs pos="68750">
                <a:srgbClr val="24a9e2"/>
              </a:gs>
              <a:gs pos="70313">
                <a:srgbClr val="24a9e2"/>
              </a:gs>
              <a:gs pos="70313">
                <a:srgbClr val="22a8e2"/>
              </a:gs>
              <a:gs pos="71875">
                <a:srgbClr val="22a8e2"/>
              </a:gs>
              <a:gs pos="71875">
                <a:srgbClr val="20a8e2"/>
              </a:gs>
              <a:gs pos="73438">
                <a:srgbClr val="20a8e2"/>
              </a:gs>
              <a:gs pos="73438">
                <a:srgbClr val="1ea7e1"/>
              </a:gs>
              <a:gs pos="75000">
                <a:srgbClr val="1ea7e1"/>
              </a:gs>
              <a:gs pos="75000">
                <a:srgbClr val="1ca6e1"/>
              </a:gs>
              <a:gs pos="76563">
                <a:srgbClr val="1ca6e1"/>
              </a:gs>
              <a:gs pos="76563">
                <a:srgbClr val="1aa5e1"/>
              </a:gs>
              <a:gs pos="78125">
                <a:srgbClr val="1aa5e1"/>
              </a:gs>
              <a:gs pos="78125">
                <a:srgbClr val="19a5e1"/>
              </a:gs>
              <a:gs pos="79688">
                <a:srgbClr val="19a5e1"/>
              </a:gs>
              <a:gs pos="79688">
                <a:srgbClr val="17a4e0"/>
              </a:gs>
              <a:gs pos="81250">
                <a:srgbClr val="17a4e0"/>
              </a:gs>
              <a:gs pos="81250">
                <a:srgbClr val="15a3e0"/>
              </a:gs>
              <a:gs pos="82813">
                <a:srgbClr val="15a3e0"/>
              </a:gs>
              <a:gs pos="82813">
                <a:srgbClr val="13a2e0"/>
              </a:gs>
              <a:gs pos="84375">
                <a:srgbClr val="13a2e0"/>
              </a:gs>
              <a:gs pos="84375">
                <a:srgbClr val="11a2df"/>
              </a:gs>
              <a:gs pos="85938">
                <a:srgbClr val="11a2df"/>
              </a:gs>
              <a:gs pos="85938">
                <a:srgbClr val="0fa1df"/>
              </a:gs>
              <a:gs pos="87500">
                <a:srgbClr val="0fa1df"/>
              </a:gs>
              <a:gs pos="87500">
                <a:srgbClr val="0da0df"/>
              </a:gs>
              <a:gs pos="89063">
                <a:srgbClr val="0da0df"/>
              </a:gs>
              <a:gs pos="89063">
                <a:srgbClr val="0b9fdf"/>
              </a:gs>
              <a:gs pos="90625">
                <a:srgbClr val="0b9fdf"/>
              </a:gs>
              <a:gs pos="90625">
                <a:srgbClr val="099fde"/>
              </a:gs>
              <a:gs pos="92188">
                <a:srgbClr val="099fde"/>
              </a:gs>
              <a:gs pos="92188">
                <a:srgbClr val="089ede"/>
              </a:gs>
              <a:gs pos="93750">
                <a:srgbClr val="089ede"/>
              </a:gs>
              <a:gs pos="93750">
                <a:srgbClr val="069dde"/>
              </a:gs>
              <a:gs pos="95313">
                <a:srgbClr val="069dde"/>
              </a:gs>
              <a:gs pos="95313">
                <a:srgbClr val="049cde"/>
              </a:gs>
              <a:gs pos="96875">
                <a:srgbClr val="049cde"/>
              </a:gs>
              <a:gs pos="96875">
                <a:srgbClr val="029cdd"/>
              </a:gs>
              <a:gs pos="98438">
                <a:srgbClr val="029cdd"/>
              </a:gs>
              <a:gs pos="98438">
                <a:srgbClr val="009bdd"/>
              </a:gs>
              <a:gs pos="100000">
                <a:srgbClr val="009bdd"/>
              </a:gs>
            </a:gsLst>
            <a:lin ang="10800000"/>
          </a:gradFill>
          <a:ln w="18000">
            <a:noFill/>
          </a:ln>
          <a:effectLst>
            <a:outerShdw dir="5400000" dist="10800" rotWithShape="0">
              <a:srgbClr val="009bdd"/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AU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360000" y="180000"/>
            <a:ext cx="9354960" cy="473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33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Click to edit the title text format</a:t>
            </a:r>
            <a:endParaRPr lang="en-A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360000" y="1080000"/>
            <a:ext cx="9354960" cy="3594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AU" sz="24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Click to edit the outline text format</a:t>
            </a:r>
            <a:endParaRPr lang="en-A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85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AU" sz="21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Second Outline Level</a:t>
            </a:r>
            <a:endParaRPr lang="en-AU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635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AU" sz="18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Third Outline Level</a:t>
            </a:r>
            <a:endParaRPr lang="en-A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422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AU" sz="15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Fourth Outline Level</a:t>
            </a:r>
            <a:endParaRPr lang="en-A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AU" sz="15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Fifth Outline Level</a:t>
            </a:r>
            <a:endParaRPr lang="en-A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AU" sz="15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Sixth Outline Level</a:t>
            </a:r>
            <a:endParaRPr lang="en-A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AU" sz="15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Seventh Outline Level</a:t>
            </a:r>
            <a:endParaRPr lang="en-A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dt" idx="13"/>
          </p:nvPr>
        </p:nvSpPr>
        <p:spPr>
          <a:xfrm>
            <a:off x="360000" y="5220000"/>
            <a:ext cx="2334960" cy="354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lang="en-AU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&lt;date/time&gt;</a:t>
            </a:r>
            <a:endParaRPr lang="en-A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ftr" idx="14"/>
          </p:nvPr>
        </p:nvSpPr>
        <p:spPr>
          <a:xfrm>
            <a:off x="3420000" y="5220000"/>
            <a:ext cx="3234960" cy="354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AU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&lt;footer&gt;</a:t>
            </a:r>
            <a:endParaRPr lang="en-A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 type="sldNum" idx="15"/>
          </p:nvPr>
        </p:nvSpPr>
        <p:spPr>
          <a:xfrm>
            <a:off x="7380000" y="5220000"/>
            <a:ext cx="2334960" cy="354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AU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8433789-1C67-4253-9F97-4C4459794F16}" type="slidenum">
              <a:rPr lang="en-AU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&lt;number&gt;</a:t>
            </a:fld>
            <a:endParaRPr lang="en-A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2"/>
    <p:sldLayoutId id="2147483654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hyperlink" Target="https://github.com/DarlowieTechnology/a_bridge_too_far" TargetMode="External"/><Relationship Id="rId2" Type="http://schemas.openxmlformats.org/officeDocument/2006/relationships/slideLayout" Target="../slideLayouts/slideLayout3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8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0" y="1614240"/>
            <a:ext cx="8994240" cy="108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3300" b="0" u="none" strike="noStrike">
                <a:solidFill>
                  <a:srgbClr val="dd4100"/>
                </a:solidFill>
                <a:effectLst/>
                <a:uFillTx/>
                <a:latin typeface="Arial"/>
              </a:rPr>
              <a:t>Workflow Optimisation Project</a:t>
            </a:r>
            <a:endParaRPr lang="en-A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360000" y="162360"/>
            <a:ext cx="9354240" cy="507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33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Introduction</a:t>
            </a:r>
            <a:endParaRPr lang="en-A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9354240" cy="359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AU" sz="28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LLMs is an opportunity to improve productivity.</a:t>
            </a:r>
            <a:endParaRPr lang="en-A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AU" sz="28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Productivity requires new workflows.</a:t>
            </a:r>
            <a:endParaRPr lang="en-A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AU" sz="28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Private enterprise data is the difference in the market.</a:t>
            </a:r>
            <a:endParaRPr lang="en-A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AU" sz="2800" b="0" u="none" strike="noStrike">
                <a:solidFill>
                  <a:srgbClr val="009bdd"/>
                </a:solidFill>
                <a:effectLst/>
                <a:uFillTx/>
                <a:latin typeface="Arial"/>
                <a:ea typeface="Microsoft YaHei"/>
              </a:rPr>
              <a:t>Make sense to focus on workflows related to private data.</a:t>
            </a:r>
            <a:endParaRPr lang="en-A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409BBDF7-846D-481C-A03D-FCEF726163C1}" type="slidenum">
              <a:t>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360000" y="162360"/>
            <a:ext cx="9354240" cy="507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33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Relevant Quote</a:t>
            </a:r>
            <a:endParaRPr lang="en-A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4" name=""/>
          <p:cNvPicPr/>
          <p:nvPr/>
        </p:nvPicPr>
        <p:blipFill>
          <a:blip r:embed="rId1"/>
          <a:stretch/>
        </p:blipFill>
        <p:spPr>
          <a:xfrm>
            <a:off x="2311920" y="995400"/>
            <a:ext cx="5465160" cy="369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7CFE94F8-F004-4074-A97B-E5112C89377B}" type="slidenum">
              <a:t>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360000" y="162360"/>
            <a:ext cx="9354240" cy="507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33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Example Case</a:t>
            </a:r>
            <a:endParaRPr lang="en-A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9354240" cy="359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AU" sz="28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Proof of Concept use private and public data.</a:t>
            </a:r>
            <a:endParaRPr lang="en-A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AU" sz="2800" b="0" u="none" strike="noStrike">
                <a:solidFill>
                  <a:srgbClr val="009bdd"/>
                </a:solidFill>
                <a:effectLst/>
                <a:uFillTx/>
                <a:latin typeface="Arial"/>
                <a:ea typeface="Microsoft YaHei"/>
              </a:rPr>
              <a:t>Private data – collection of documents</a:t>
            </a:r>
            <a:endParaRPr lang="en-A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AU" sz="2800" b="0" u="none" strike="noStrike">
                <a:solidFill>
                  <a:srgbClr val="009bdd"/>
                </a:solidFill>
                <a:effectLst/>
                <a:uFillTx/>
                <a:latin typeface="Arial"/>
                <a:ea typeface="Microsoft YaHei"/>
              </a:rPr>
              <a:t>Public data – general data used for training LLM</a:t>
            </a:r>
            <a:endParaRPr lang="en-A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6E13A2EC-A713-49C2-9E67-10F67732F7A0}" type="slidenum">
              <a:t>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360000" y="162360"/>
            <a:ext cx="9354240" cy="507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33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Technologies of Machine Learning</a:t>
            </a:r>
            <a:endParaRPr lang="en-A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9354240" cy="359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AU" sz="28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Machine learning in enterprise settings should focus on private data.</a:t>
            </a:r>
            <a:endParaRPr lang="en-A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AU" sz="28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There are two major ways to implement ML:</a:t>
            </a:r>
            <a:endParaRPr lang="en-A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AU" sz="2800" b="0" u="none" strike="noStrike">
                <a:solidFill>
                  <a:srgbClr val="009bdd"/>
                </a:solidFill>
                <a:effectLst/>
                <a:uFillTx/>
                <a:latin typeface="Arial"/>
                <a:ea typeface="Microsoft YaHei"/>
              </a:rPr>
              <a:t>RAG</a:t>
            </a:r>
            <a:endParaRPr lang="en-A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AU" sz="2800" b="0" u="none" strike="noStrike">
                <a:solidFill>
                  <a:srgbClr val="009bdd"/>
                </a:solidFill>
                <a:effectLst/>
                <a:uFillTx/>
                <a:latin typeface="Arial"/>
                <a:ea typeface="Microsoft YaHei"/>
              </a:rPr>
              <a:t>LLM Tuning</a:t>
            </a:r>
            <a:endParaRPr lang="en-A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F29DD893-83EF-4F13-8BE9-7146038A9629}" type="slidenum">
              <a:t>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360000" y="162360"/>
            <a:ext cx="9354240" cy="507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33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Retrieval-Augmented Generation</a:t>
            </a:r>
            <a:endParaRPr lang="en-A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9354240" cy="359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AU" sz="24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RAG advantages</a:t>
            </a:r>
            <a:endParaRPr lang="en-A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AU" sz="24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Data manipulation portable between LLM providers. </a:t>
            </a:r>
            <a:endParaRPr lang="en-A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AU" sz="24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Initial step for LLM tuning</a:t>
            </a:r>
            <a:endParaRPr lang="en-A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AU" sz="24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Conversion of documents to structured data</a:t>
            </a:r>
            <a:endParaRPr lang="en-A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AU" sz="24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RAG disadvantages</a:t>
            </a:r>
            <a:endParaRPr lang="en-A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AU" sz="24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Low performance</a:t>
            </a:r>
            <a:endParaRPr lang="en-A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AU" sz="24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Low precision</a:t>
            </a:r>
            <a:endParaRPr lang="en-A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8C8A3475-D324-4817-9AB4-12C244AD857A}" type="slidenum">
              <a:t>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360000" y="162360"/>
            <a:ext cx="9354240" cy="507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33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LLM Tuning</a:t>
            </a:r>
            <a:endParaRPr lang="en-A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9354240" cy="359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AU" sz="24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Tuning advantages</a:t>
            </a:r>
            <a:endParaRPr lang="en-A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AU" sz="24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High performance </a:t>
            </a:r>
            <a:endParaRPr lang="en-A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AU" sz="24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High precision</a:t>
            </a:r>
            <a:endParaRPr lang="en-A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AU" sz="24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Tuning disadvantages</a:t>
            </a:r>
            <a:endParaRPr lang="en-A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AU" sz="24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Tuning expense</a:t>
            </a:r>
            <a:endParaRPr lang="en-A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AU" sz="24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Periodic re-tuning required</a:t>
            </a:r>
            <a:endParaRPr lang="en-A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3A8E6BA0-7CF5-416C-87E2-F5ADA3EC1366}" type="slidenum">
              <a:t>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360000" y="162360"/>
            <a:ext cx="9354240" cy="507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33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Summary: RAG as an Entry Point</a:t>
            </a:r>
            <a:endParaRPr lang="en-A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9354240" cy="359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AU" sz="28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RAG solution as an entry to LLM workflows</a:t>
            </a:r>
            <a:endParaRPr lang="en-A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AU" sz="28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RAG allows to convert unstructured data to structured</a:t>
            </a:r>
            <a:endParaRPr lang="en-A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AU" sz="28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RAG allows to implement effective authorisation mechanism</a:t>
            </a:r>
            <a:endParaRPr lang="en-A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AU" sz="28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RAG allows to verify quality of data</a:t>
            </a:r>
            <a:endParaRPr lang="en-A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060"/>
              </a:spcBef>
              <a:buNone/>
              <a:tabLst>
                <a:tab algn="l" pos="0"/>
              </a:tabLst>
            </a:pPr>
            <a:endParaRPr lang="en-A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060"/>
              </a:spcBef>
              <a:buNone/>
              <a:tabLst>
                <a:tab algn="l" pos="0"/>
              </a:tabLst>
            </a:pPr>
            <a:endParaRPr lang="en-A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AE941DB7-846C-45C9-A73E-BDA973486803}" type="slidenum">
              <a:t>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360000" y="162360"/>
            <a:ext cx="9354240" cy="507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33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Pydantic Agent</a:t>
            </a:r>
            <a:endParaRPr lang="en-A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9354240" cy="359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AU" sz="28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Agentic AI Library</a:t>
            </a:r>
            <a:endParaRPr lang="en-A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AU" sz="28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Supports OpenAI, Google, Ollama and others</a:t>
            </a:r>
            <a:endParaRPr lang="en-A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AU" sz="28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Strong types based on JSON schema</a:t>
            </a:r>
            <a:endParaRPr lang="en-A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AU" sz="28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Wraps iterative LLM calls</a:t>
            </a:r>
            <a:endParaRPr lang="en-A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AU" sz="28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Serves as the foundation of many LLM SDKs</a:t>
            </a:r>
            <a:endParaRPr lang="en-A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060"/>
              </a:spcBef>
              <a:buNone/>
              <a:tabLst>
                <a:tab algn="l" pos="0"/>
              </a:tabLst>
            </a:pPr>
            <a:endParaRPr lang="en-A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060"/>
              </a:spcBef>
              <a:buNone/>
              <a:tabLst>
                <a:tab algn="l" pos="0"/>
              </a:tabLst>
            </a:pPr>
            <a:endParaRPr lang="en-A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F9F69592-1777-4CF9-B428-2205924B16D8}" type="slidenum">
              <a:t>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360000" y="162360"/>
            <a:ext cx="9354240" cy="507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33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Architecture Summary</a:t>
            </a:r>
            <a:endParaRPr lang="en-A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9354240" cy="359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AU" sz="28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Example app is a hybrid architecture</a:t>
            </a:r>
            <a:endParaRPr lang="en-A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AU" sz="28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Cloud-based LLM accessed via REST API</a:t>
            </a:r>
            <a:endParaRPr lang="en-A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AU" sz="28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Local vector database</a:t>
            </a:r>
            <a:endParaRPr lang="en-A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AU" sz="28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Dual use web apps and command line scripts </a:t>
            </a:r>
            <a:endParaRPr lang="en-A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060"/>
              </a:spcBef>
              <a:buNone/>
              <a:tabLst>
                <a:tab algn="l" pos="0"/>
              </a:tabLst>
            </a:pPr>
            <a:endParaRPr lang="en-A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80F20A9B-1DFC-411A-B39D-D7F44283CAE4}" type="slidenum">
              <a:t>10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360000" y="162360"/>
            <a:ext cx="9354240" cy="507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33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Source Code</a:t>
            </a:r>
            <a:endParaRPr lang="en-A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9354240" cy="359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AU" sz="28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Public repository on GitHub</a:t>
            </a:r>
            <a:endParaRPr lang="en-A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AU" sz="2800" b="0" u="none" strike="noStrike">
                <a:solidFill>
                  <a:srgbClr val="0000ee"/>
                </a:solidFill>
                <a:effectLst/>
                <a:uFillTx/>
                <a:latin typeface="Arial"/>
                <a:hlinkClick r:id="rId1"/>
              </a:rPr>
              <a:t>github.com/DarlowieTechnology/a_bridge_too_far</a:t>
            </a:r>
            <a:endParaRPr lang="en-A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AU" sz="28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Python, Pydantic, Django, ChromaDB</a:t>
            </a:r>
            <a:endParaRPr lang="en-A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AU" sz="28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4 applications (generator, indexer, query, discovery)</a:t>
            </a:r>
            <a:endParaRPr lang="en-A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060"/>
              </a:spcBef>
              <a:buNone/>
              <a:tabLst>
                <a:tab algn="l" pos="0"/>
              </a:tabLst>
            </a:pPr>
            <a:endParaRPr lang="en-A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4B232C90-DA55-4A27-A38C-E5CC042A93DF}" type="slidenum">
              <a:t>11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0" y="1614960"/>
            <a:ext cx="8994960" cy="108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3300" b="0" u="none" strike="noStrike">
                <a:solidFill>
                  <a:srgbClr val="dd4100"/>
                </a:solidFill>
                <a:effectLst/>
                <a:uFillTx/>
                <a:latin typeface="Arial"/>
              </a:rPr>
              <a:t>Hardware Platform</a:t>
            </a:r>
            <a:endParaRPr lang="en-A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360000" y="162360"/>
            <a:ext cx="9354240" cy="507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lang="en-AU" sz="33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MINISFORUM MS-S1 Max</a:t>
            </a:r>
            <a:endParaRPr lang="en-A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9354240" cy="359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AU" sz="28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AMD Ryzen™ AI Max+ 395 Platform</a:t>
            </a:r>
            <a:endParaRPr lang="en-A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AU" sz="20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CPU: Ryzen AI Max 300, 3.00 GHz,  16 / 32 cores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AU" sz="20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GPU: Radeon 8060S 2 GB with additional 96 GB RAM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AU" sz="20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16 GB general use RAM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AU" sz="20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16 GB shared RAM (GPU and NPU)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BBD6E0F9-2131-448C-98A8-F232618F616A}" type="slidenum">
              <a:t>13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360000" y="162360"/>
            <a:ext cx="9354240" cy="507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lang="en-AU" sz="33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Baseline: Dell Precision 7530</a:t>
            </a:r>
            <a:endParaRPr lang="en-A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9354240" cy="359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AU" sz="28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General-purpose Intel-based workstation</a:t>
            </a:r>
            <a:endParaRPr lang="en-A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AU" sz="20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CPU: Intel i7-9750H, 2.60 GHz, 6 / 12 cores 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AU" sz="20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GPU: NVidia Quadro T1000 4 GB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AU" sz="20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64 GB general RAM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AU" sz="20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35.9 GB shared RAM (GPU)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8DDFB701-0D07-4BD2-A76F-E3870BD3A336}" type="slidenum">
              <a:t>14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360000" y="162360"/>
            <a:ext cx="9354240" cy="507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lang="en-AU" sz="33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Benchmarks</a:t>
            </a:r>
            <a:endParaRPr lang="en-A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9354240" cy="359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AU" sz="28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MLPerf Client v1.5 on Windows 11 Pro</a:t>
            </a:r>
            <a:endParaRPr lang="en-A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AU" sz="28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Llama 3.1 8B Instruct</a:t>
            </a:r>
            <a:endParaRPr lang="en-A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AU" sz="28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Phi 3.5 Mini Instruct</a:t>
            </a:r>
            <a:endParaRPr lang="en-A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E878B37C-8C20-41C5-8AC1-EC5D6A760BA3}" type="slidenum">
              <a:t>15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360000" y="162360"/>
            <a:ext cx="9354240" cy="507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lang="en-AU" sz="33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MLPerf Results</a:t>
            </a:r>
            <a:endParaRPr lang="en-A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69" name=""/>
          <p:cNvGraphicFramePr/>
          <p:nvPr/>
        </p:nvGraphicFramePr>
        <p:xfrm>
          <a:off x="382320" y="1374120"/>
          <a:ext cx="9430560" cy="2909160"/>
        </p:xfrm>
        <a:graphic>
          <a:graphicData uri="http://schemas.openxmlformats.org/drawingml/2006/table">
            <a:tbl>
              <a:tblPr/>
              <a:tblGrid>
                <a:gridCol w="3142800"/>
                <a:gridCol w="2143440"/>
                <a:gridCol w="4144680"/>
              </a:tblGrid>
              <a:tr h="628560"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Benchmark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Dell Precision 7530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Minisforum MS-S1 Max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10320"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Llama 3.1 8B Instruct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89880">
                <a:tc>
                  <a:txBody>
                    <a:bodyPr lIns="36000" r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Time to First Token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38.99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1.21 (3222% better)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73320">
                <a:tc>
                  <a:txBody>
                    <a:bodyPr lIns="36000" r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Tokens per Second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3.4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37.5 (1102% better)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73320"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Phi 3.5 Mini Instruct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9920">
                <a:tc>
                  <a:txBody>
                    <a:bodyPr lIns="36000" r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Time to First Token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19.02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2.09 (910% better)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11840">
                <a:tc>
                  <a:txBody>
                    <a:bodyPr lIns="36000" r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Tokens per Second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25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25.4 (2% worse)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69365695-044A-49F2-988A-2C1E02648FC5}" type="slidenum">
              <a:t>16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0" y="1614960"/>
            <a:ext cx="8994960" cy="108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3300" b="0" u="none" strike="noStrike">
                <a:solidFill>
                  <a:srgbClr val="dd4100"/>
                </a:solidFill>
                <a:effectLst/>
                <a:uFillTx/>
                <a:latin typeface="Arial"/>
              </a:rPr>
              <a:t>LLM Host Evaluation</a:t>
            </a:r>
            <a:endParaRPr lang="en-A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360000" y="162360"/>
            <a:ext cx="9354240" cy="507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lang="en-AU" sz="3300" b="0" u="none" strike="noStrike">
                <a:solidFill>
                  <a:srgbClr val="eeeeee"/>
                </a:solidFill>
                <a:effectLst/>
                <a:uFillTx/>
                <a:latin typeface="Arial"/>
                <a:ea typeface="Microsoft YaHei"/>
              </a:rPr>
              <a:t>LLM Host Comparison on MS-S1 Max</a:t>
            </a:r>
            <a:endParaRPr lang="en-A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72" name=""/>
          <p:cNvGraphicFramePr/>
          <p:nvPr/>
        </p:nvGraphicFramePr>
        <p:xfrm>
          <a:off x="334080" y="940680"/>
          <a:ext cx="9462600" cy="3285720"/>
        </p:xfrm>
        <a:graphic>
          <a:graphicData uri="http://schemas.openxmlformats.org/drawingml/2006/table">
            <a:tbl>
              <a:tblPr/>
              <a:tblGrid>
                <a:gridCol w="1576080"/>
                <a:gridCol w="803520"/>
                <a:gridCol w="1344960"/>
                <a:gridCol w="1166400"/>
                <a:gridCol w="1718280"/>
                <a:gridCol w="2853720"/>
              </a:tblGrid>
              <a:tr h="789480"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Host Name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Local /Cloud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Usage Restrictions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Access to Models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GPU Support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Performance on test data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789480"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Ollama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Local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No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Limited by hardware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No support for AMD Radeon 8060S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40 sec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789480"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LM Studio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Local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No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Limited by hardware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Yes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10 sec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792000"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Google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Cloud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Yes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Unlimited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N/A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4 sec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A98EF663-2BD1-4FF6-BB8D-6F8D2DAC5D9B}" type="slidenum">
              <a:t>18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0" y="1614960"/>
            <a:ext cx="8994960" cy="108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3300" b="0" u="none" strike="noStrike">
                <a:solidFill>
                  <a:srgbClr val="dd4100"/>
                </a:solidFill>
                <a:effectLst/>
                <a:uFillTx/>
                <a:latin typeface="Arial"/>
              </a:rPr>
              <a:t>LLM Evaluation</a:t>
            </a:r>
            <a:endParaRPr lang="en-A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360000" y="162360"/>
            <a:ext cx="9354240" cy="507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lang="en-AU" sz="33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LLM Evaluated</a:t>
            </a:r>
            <a:endParaRPr lang="en-A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75" name=""/>
          <p:cNvGraphicFramePr/>
          <p:nvPr/>
        </p:nvGraphicFramePr>
        <p:xfrm>
          <a:off x="1241280" y="948600"/>
          <a:ext cx="7558200" cy="4755600"/>
        </p:xfrm>
        <a:graphic>
          <a:graphicData uri="http://schemas.openxmlformats.org/drawingml/2006/table">
            <a:tbl>
              <a:tblPr/>
              <a:tblGrid>
                <a:gridCol w="1889640"/>
                <a:gridCol w="1889640"/>
                <a:gridCol w="1889640"/>
                <a:gridCol w="1889640"/>
              </a:tblGrid>
              <a:tr h="374040"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AU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Host</a:t>
                      </a:r>
                      <a:endParaRPr lang="en-AU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AU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Provider</a:t>
                      </a:r>
                      <a:endParaRPr lang="en-AU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AU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Name</a:t>
                      </a:r>
                      <a:endParaRPr lang="en-AU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AU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Performance on test data</a:t>
                      </a:r>
                      <a:endParaRPr lang="en-AU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91040"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LM Studio l</a:t>
                      </a: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ocal 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OpenAI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gpt-oss-120B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9.9 sec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84920"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LM Studio l</a:t>
                      </a: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ocal 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OpenAI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gpt-oss-20B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9.6 sec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78440"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LM Studio local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Meta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Llama 3.3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18.5 sec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547920"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Ollama c</a:t>
                      </a: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loud 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OpenAI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gpt-oss-120B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7.7 sec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585720"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Ollama c</a:t>
                      </a: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loud 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Google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Gemini 3 Flash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22.9 sec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610920"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Google c</a:t>
                      </a: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loud 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Google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Gemini 3.1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3.6 sec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7B498ECB-7721-4FB1-8092-43359122039A}" type="slidenum">
              <a:t>20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0" y="1614960"/>
            <a:ext cx="8994960" cy="108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3300" b="0" u="none" strike="noStrike">
                <a:solidFill>
                  <a:srgbClr val="dd4100"/>
                </a:solidFill>
                <a:effectLst/>
                <a:uFillTx/>
                <a:latin typeface="Arial"/>
              </a:rPr>
              <a:t>Indexer Application</a:t>
            </a:r>
            <a:endParaRPr lang="en-A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360000" y="163080"/>
            <a:ext cx="9354960" cy="50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33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High-Level Indexer Service Design</a:t>
            </a:r>
            <a:endParaRPr lang="en-A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8" name=""/>
          <p:cNvPicPr/>
          <p:nvPr/>
        </p:nvPicPr>
        <p:blipFill>
          <a:blip r:embed="rId1"/>
          <a:stretch/>
        </p:blipFill>
        <p:spPr>
          <a:xfrm>
            <a:off x="628200" y="973800"/>
            <a:ext cx="8844480" cy="3728880"/>
          </a:xfrm>
          <a:prstGeom prst="rect">
            <a:avLst/>
          </a:prstGeom>
          <a:noFill/>
          <a:ln w="1800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307B7280-9328-4F4C-98BA-207E63BCA9CC}" type="slidenum">
              <a:t>22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xfrm>
            <a:off x="360000" y="163080"/>
            <a:ext cx="9354960" cy="50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33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Indexer Output</a:t>
            </a:r>
            <a:endParaRPr lang="en-A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0" name=""/>
          <p:cNvPicPr/>
          <p:nvPr/>
        </p:nvPicPr>
        <p:blipFill>
          <a:blip r:embed="rId1"/>
          <a:stretch/>
        </p:blipFill>
        <p:spPr>
          <a:xfrm>
            <a:off x="39600" y="871920"/>
            <a:ext cx="10076760" cy="3952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B36ECF23-598F-43B0-A07B-6C7A37EF77DD}" type="slidenum">
              <a:t>23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PlaceHolder 1"/>
          <p:cNvSpPr>
            <a:spLocks noGrp="1"/>
          </p:cNvSpPr>
          <p:nvPr>
            <p:ph type="title"/>
          </p:nvPr>
        </p:nvSpPr>
        <p:spPr>
          <a:xfrm>
            <a:off x="360000" y="163080"/>
            <a:ext cx="9354960" cy="507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33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Hybrid Architecture</a:t>
            </a:r>
            <a:endParaRPr lang="en-A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2" name=""/>
          <p:cNvPicPr/>
          <p:nvPr/>
        </p:nvPicPr>
        <p:blipFill>
          <a:blip r:embed="rId1"/>
          <a:stretch/>
        </p:blipFill>
        <p:spPr>
          <a:xfrm>
            <a:off x="1186920" y="1283400"/>
            <a:ext cx="7692840" cy="3091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D55FE51A-F28C-42E5-97B4-843256ADB6EB}" type="slidenum">
              <a:t>24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/>
          <p:cNvSpPr>
            <a:spLocks noGrp="1"/>
          </p:cNvSpPr>
          <p:nvPr>
            <p:ph type="title"/>
          </p:nvPr>
        </p:nvSpPr>
        <p:spPr>
          <a:xfrm>
            <a:off x="0" y="1615320"/>
            <a:ext cx="899532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3300" b="0" u="none" strike="noStrike">
                <a:solidFill>
                  <a:srgbClr val="dd4100"/>
                </a:solidFill>
                <a:effectLst/>
                <a:uFillTx/>
                <a:latin typeface="Arial"/>
              </a:rPr>
              <a:t>Query Application</a:t>
            </a:r>
            <a:endParaRPr lang="en-A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PlaceHolder 1"/>
          <p:cNvSpPr>
            <a:spLocks noGrp="1"/>
          </p:cNvSpPr>
          <p:nvPr>
            <p:ph type="title"/>
          </p:nvPr>
        </p:nvSpPr>
        <p:spPr>
          <a:xfrm>
            <a:off x="360000" y="163440"/>
            <a:ext cx="9355320" cy="50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33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High-Level Query App Design</a:t>
            </a:r>
            <a:endParaRPr lang="en-A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5" name=""/>
          <p:cNvPicPr/>
          <p:nvPr/>
        </p:nvPicPr>
        <p:blipFill>
          <a:blip r:embed="rId1"/>
          <a:stretch/>
        </p:blipFill>
        <p:spPr>
          <a:xfrm>
            <a:off x="1653480" y="1407240"/>
            <a:ext cx="6759360" cy="2844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F94334C6-40FD-4448-9398-FBA0E677058D}" type="slidenum">
              <a:t>26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>
          <a:xfrm>
            <a:off x="360000" y="163440"/>
            <a:ext cx="9355320" cy="50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33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Query RAG Query</a:t>
            </a:r>
            <a:endParaRPr lang="en-A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7" name=""/>
          <p:cNvPicPr/>
          <p:nvPr/>
        </p:nvPicPr>
        <p:blipFill>
          <a:blip r:embed="rId1"/>
          <a:stretch/>
        </p:blipFill>
        <p:spPr>
          <a:xfrm>
            <a:off x="39600" y="1434600"/>
            <a:ext cx="10076760" cy="4524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A4EE083B-D6D5-4357-9BB0-4A2E8C9D621C}" type="slidenum">
              <a:t>27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360000" y="163440"/>
            <a:ext cx="9355320" cy="50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33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Query Final Query</a:t>
            </a:r>
            <a:endParaRPr lang="en-A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9" name=""/>
          <p:cNvPicPr/>
          <p:nvPr/>
        </p:nvPicPr>
        <p:blipFill>
          <a:blip r:embed="rId1"/>
          <a:stretch/>
        </p:blipFill>
        <p:spPr>
          <a:xfrm>
            <a:off x="39600" y="1571760"/>
            <a:ext cx="10076760" cy="2552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6125FC16-846B-42E0-8B00-4C31FA44132B}" type="slidenum">
              <a:t>28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PlaceHolder 1"/>
          <p:cNvSpPr>
            <a:spLocks noGrp="1"/>
          </p:cNvSpPr>
          <p:nvPr>
            <p:ph type="title"/>
          </p:nvPr>
        </p:nvSpPr>
        <p:spPr>
          <a:xfrm>
            <a:off x="360000" y="163440"/>
            <a:ext cx="9355320" cy="50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33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Query Final Query</a:t>
            </a:r>
            <a:endParaRPr lang="en-A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1" name=""/>
          <p:cNvPicPr/>
          <p:nvPr/>
        </p:nvPicPr>
        <p:blipFill>
          <a:blip r:embed="rId1"/>
          <a:stretch/>
        </p:blipFill>
        <p:spPr>
          <a:xfrm>
            <a:off x="39600" y="1403640"/>
            <a:ext cx="10076760" cy="3742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27FF79A4-59C4-435C-8236-7537B36E5B4D}" type="slidenum">
              <a:t>29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360000" y="163440"/>
            <a:ext cx="9355320" cy="50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33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Query Semantic Search</a:t>
            </a:r>
            <a:endParaRPr lang="en-A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"/>
          <p:cNvSpPr/>
          <p:nvPr/>
        </p:nvSpPr>
        <p:spPr>
          <a:xfrm>
            <a:off x="315720" y="878040"/>
            <a:ext cx="9527040" cy="388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AU" sz="3200" b="0" u="none" strike="noStrike">
                <a:solidFill>
                  <a:srgbClr val="009bdd"/>
                </a:solidFill>
                <a:effectLst/>
                <a:uFillTx/>
                <a:latin typeface="Arial"/>
                <a:ea typeface="DejaVu Sans"/>
              </a:rPr>
              <a:t>Query “</a:t>
            </a:r>
            <a:r>
              <a:rPr lang="en-AU" sz="3200" b="0" i="1" u="none" strike="noStrike">
                <a:solidFill>
                  <a:srgbClr val="009bdd"/>
                </a:solidFill>
                <a:effectLst/>
                <a:uFillTx/>
                <a:latin typeface="Arial"/>
                <a:ea typeface="DejaVu Sans"/>
              </a:rPr>
              <a:t>XSS issues</a:t>
            </a:r>
            <a:r>
              <a:rPr lang="en-AU" sz="3200" b="0" u="none" strike="noStrike">
                <a:solidFill>
                  <a:srgbClr val="009bdd"/>
                </a:solidFill>
                <a:effectLst/>
                <a:uFillTx/>
                <a:latin typeface="Arial"/>
                <a:ea typeface="DejaVu Sans"/>
              </a:rPr>
              <a:t>”</a:t>
            </a:r>
            <a:endParaRPr lang="en-A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AU" sz="3200" b="0" u="none" strike="noStrike">
                <a:solidFill>
                  <a:srgbClr val="009bdd"/>
                </a:solidFill>
                <a:effectLst/>
                <a:uFillTx/>
                <a:latin typeface="Arial"/>
                <a:ea typeface="DejaVu Sans"/>
              </a:rPr>
              <a:t> </a:t>
            </a:r>
            <a:endParaRPr lang="en-A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AU" sz="3200" b="0" u="none" strike="noStrike">
                <a:solidFill>
                  <a:srgbClr val="009bdd"/>
                </a:solidFill>
                <a:effectLst/>
                <a:uFillTx/>
                <a:latin typeface="Arial"/>
                <a:ea typeface="DejaVu Sans"/>
              </a:rPr>
              <a:t>Semantic search returns:</a:t>
            </a:r>
            <a:endParaRPr lang="en-A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AU" sz="3200" b="0" u="none" strike="noStrike">
                <a:solidFill>
                  <a:srgbClr val="009bdd"/>
                </a:solidFill>
                <a:effectLst/>
                <a:uFillTx/>
                <a:latin typeface="Arial"/>
                <a:ea typeface="DejaVu Sans"/>
              </a:rPr>
              <a:t> </a:t>
            </a:r>
            <a:endParaRPr lang="en-A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AU" sz="3200" b="0" i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The installed version of Jenkins server was affected by a number of security vulnerabilities. Known vulnerabilities included CSRF and </a:t>
            </a:r>
            <a:r>
              <a:rPr lang="en-AU" sz="3200" b="1" i="1" u="sng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Arial"/>
                <a:ea typeface="DejaVu Sans"/>
              </a:rPr>
              <a:t>XSS</a:t>
            </a:r>
            <a:r>
              <a:rPr lang="en-AU" sz="3200" b="0" i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weaknesses.</a:t>
            </a:r>
            <a:r>
              <a:rPr lang="en-AU" sz="3200" b="0" u="none" strike="noStrike">
                <a:solidFill>
                  <a:srgbClr val="009bdd"/>
                </a:solidFill>
                <a:effectLst/>
                <a:uFillTx/>
                <a:latin typeface="Arial"/>
                <a:ea typeface="DejaVu Sans"/>
              </a:rPr>
              <a:t> </a:t>
            </a:r>
            <a:r>
              <a:rPr lang="en-AU" sz="2800" b="0" u="none" strike="noStrike">
                <a:solidFill>
                  <a:srgbClr val="009bdd"/>
                </a:solidFill>
                <a:effectLst/>
                <a:uFillTx/>
                <a:latin typeface="Arial"/>
                <a:ea typeface="DejaVu Sans"/>
              </a:rPr>
              <a:t> </a:t>
            </a:r>
            <a:endParaRPr lang="en-A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F15EF80B-7FA2-4BE3-9462-D4BF23C84A0C}" type="slidenum">
              <a:t>30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1054</TotalTime>
  <Application>LibreOffice/25.8.5.2$Windows_X86_64 LibreOffice_project/9c8b85f387cc00a89945a79c9e6239f32e450ac2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2025-10-19T09:40:00Z</dcterms:created>
  <dc:creator/>
  <dc:description>This work is licensed under a Creative Commons 0 License.
It makes use of the works of kka_libo_design@ashisuto.co.jp.</dc:description>
  <dc:language>en-AU</dc:language>
  <cp:lastModifiedBy/>
  <dcterms:modified xsi:type="dcterms:W3CDTF">2026-03-15T21:20:10Z</dcterms:modified>
  <cp:revision>110</cp:revision>
  <dc:subject/>
  <dc:title>Blue Curve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