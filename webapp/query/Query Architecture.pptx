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-720" y="4499280"/>
            <a:ext cx="10079280" cy="11692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9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2EBE0C-6615-4D7D-9561-87CA14E5C981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 flipH="1" flipV="1">
            <a:off x="-720" y="4499280"/>
            <a:ext cx="10079280" cy="11692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928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9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3C22CA-A80A-44DD-A350-61F3765C6074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0076040" cy="7192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3240" y="5040000"/>
            <a:ext cx="10076040" cy="6307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9280" cy="4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F3C6E0-EF72-43CC-AA02-671E1CB8238E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1619280"/>
            <a:ext cx="8999280" cy="10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Query Workflow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179280"/>
            <a:ext cx="935928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High-Level Query App Design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1653480" y="1407240"/>
            <a:ext cx="6763320" cy="28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50FA39-14B5-4298-87A3-316B46A19C7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167040"/>
            <a:ext cx="935928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Query Architecture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lnSpc>
                <a:spcPct val="100000"/>
              </a:lnSpc>
              <a:spcBef>
                <a:spcPts val="1060"/>
              </a:spcBef>
              <a:buNone/>
            </a:pP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User queries data and fetches relevant documents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User is a authenticated role. 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Access to query results is granted based on role.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449F7-4E16-437F-8662-E2A1F541CD2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0000" y="179280"/>
            <a:ext cx="935928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Documents are Source of Truth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Query uses vector databases.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Documents are the only source of truth. 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Vector databases can be recreated from documents any time.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This allows to implement different vector databases for different user groups.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CB7F10-FD0A-4DBB-8E17-F5E22506B13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167040"/>
            <a:ext cx="935928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Hybrid Query Architecture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1163160" y="1259640"/>
            <a:ext cx="7744320" cy="314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 descr=""/>
          <p:cNvPicPr/>
          <p:nvPr/>
        </p:nvPicPr>
        <p:blipFill>
          <a:blip r:embed="rId2"/>
          <a:stretch/>
        </p:blipFill>
        <p:spPr>
          <a:xfrm>
            <a:off x="1182240" y="1283400"/>
            <a:ext cx="7706160" cy="309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BBEAB2-BB2F-41C5-8C5C-CE920A65D35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60000" y="167040"/>
            <a:ext cx="935928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Notes on Hybrid Design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Vector databases are under organisation control. 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Solution uses Cloud-deployed LLMs.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Business logic part can be deployed serverless in the Cloud.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This allows to scale query access.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F7C9FD-93B9-4622-8E7F-49CC1A88512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2025-10-19T09:40:00Z</dcterms:created>
  <dc:creator/>
  <dc:description>This work is licensed under a Creative Commons 0 License.
It makes use of the works of kka_libo_design@ashisuto.co.jp.</dc:description>
  <dc:language>en-AU</dc:language>
  <cp:lastModifiedBy/>
  <dcterms:modified xsi:type="dcterms:W3CDTF">2025-11-25T09:54:37Z</dcterms:modified>
  <cp:revision>11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